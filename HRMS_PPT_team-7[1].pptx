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4"/>
  </p:notesMasterIdLst>
  <p:sldIdLst>
    <p:sldId id="289" r:id="rId2"/>
    <p:sldId id="290" r:id="rId3"/>
    <p:sldId id="291" r:id="rId4"/>
    <p:sldId id="292" r:id="rId5"/>
    <p:sldId id="297" r:id="rId6"/>
    <p:sldId id="293" r:id="rId7"/>
    <p:sldId id="299" r:id="rId8"/>
    <p:sldId id="294" r:id="rId9"/>
    <p:sldId id="300" r:id="rId10"/>
    <p:sldId id="295" r:id="rId11"/>
    <p:sldId id="296" r:id="rId12"/>
    <p:sldId id="284" r:id="rId13"/>
  </p:sldIdLst>
  <p:sldSz cx="12190413" cy="6859588"/>
  <p:notesSz cx="20104100" cy="11309350"/>
  <p:defaultTextStyle>
    <a:defPPr>
      <a:defRPr lang="en-US"/>
    </a:defPPr>
    <a:lvl1pPr marL="0" algn="l" defTabSz="554355" rtl="0" eaLnBrk="1" latinLnBrk="0" hangingPunct="1">
      <a:defRPr sz="1100" kern="1200">
        <a:solidFill>
          <a:schemeClr val="tx1"/>
        </a:solidFill>
        <a:latin typeface="+mn-lt"/>
        <a:ea typeface="+mn-ea"/>
        <a:cs typeface="+mn-cs"/>
      </a:defRPr>
    </a:lvl1pPr>
    <a:lvl2pPr marL="277495" algn="l" defTabSz="554355" rtl="0" eaLnBrk="1" latinLnBrk="0" hangingPunct="1">
      <a:defRPr sz="1100" kern="1200">
        <a:solidFill>
          <a:schemeClr val="tx1"/>
        </a:solidFill>
        <a:latin typeface="+mn-lt"/>
        <a:ea typeface="+mn-ea"/>
        <a:cs typeface="+mn-cs"/>
      </a:defRPr>
    </a:lvl2pPr>
    <a:lvl3pPr marL="554355" algn="l" defTabSz="554355" rtl="0" eaLnBrk="1" latinLnBrk="0" hangingPunct="1">
      <a:defRPr sz="1100" kern="1200">
        <a:solidFill>
          <a:schemeClr val="tx1"/>
        </a:solidFill>
        <a:latin typeface="+mn-lt"/>
        <a:ea typeface="+mn-ea"/>
        <a:cs typeface="+mn-cs"/>
      </a:defRPr>
    </a:lvl3pPr>
    <a:lvl4pPr marL="831850" algn="l" defTabSz="554355" rtl="0" eaLnBrk="1" latinLnBrk="0" hangingPunct="1">
      <a:defRPr sz="1100" kern="1200">
        <a:solidFill>
          <a:schemeClr val="tx1"/>
        </a:solidFill>
        <a:latin typeface="+mn-lt"/>
        <a:ea typeface="+mn-ea"/>
        <a:cs typeface="+mn-cs"/>
      </a:defRPr>
    </a:lvl4pPr>
    <a:lvl5pPr marL="1108710" algn="l" defTabSz="554355" rtl="0" eaLnBrk="1" latinLnBrk="0" hangingPunct="1">
      <a:defRPr sz="1100" kern="1200">
        <a:solidFill>
          <a:schemeClr val="tx1"/>
        </a:solidFill>
        <a:latin typeface="+mn-lt"/>
        <a:ea typeface="+mn-ea"/>
        <a:cs typeface="+mn-cs"/>
      </a:defRPr>
    </a:lvl5pPr>
    <a:lvl6pPr marL="1386205" algn="l" defTabSz="554355" rtl="0" eaLnBrk="1" latinLnBrk="0" hangingPunct="1">
      <a:defRPr sz="1100" kern="1200">
        <a:solidFill>
          <a:schemeClr val="tx1"/>
        </a:solidFill>
        <a:latin typeface="+mn-lt"/>
        <a:ea typeface="+mn-ea"/>
        <a:cs typeface="+mn-cs"/>
      </a:defRPr>
    </a:lvl6pPr>
    <a:lvl7pPr marL="1663700" algn="l" defTabSz="554355" rtl="0" eaLnBrk="1" latinLnBrk="0" hangingPunct="1">
      <a:defRPr sz="1100" kern="1200">
        <a:solidFill>
          <a:schemeClr val="tx1"/>
        </a:solidFill>
        <a:latin typeface="+mn-lt"/>
        <a:ea typeface="+mn-ea"/>
        <a:cs typeface="+mn-cs"/>
      </a:defRPr>
    </a:lvl7pPr>
    <a:lvl8pPr marL="1940560" algn="l" defTabSz="554355" rtl="0" eaLnBrk="1" latinLnBrk="0" hangingPunct="1">
      <a:defRPr sz="1100" kern="1200">
        <a:solidFill>
          <a:schemeClr val="tx1"/>
        </a:solidFill>
        <a:latin typeface="+mn-lt"/>
        <a:ea typeface="+mn-ea"/>
        <a:cs typeface="+mn-cs"/>
      </a:defRPr>
    </a:lvl8pPr>
    <a:lvl9pPr marL="2218055" algn="l" defTabSz="554355" rtl="0" eaLnBrk="1" latinLnBrk="0" hangingPunct="1">
      <a:defRPr sz="11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63">
          <p15:clr>
            <a:srgbClr val="A4A3A4"/>
          </p15:clr>
        </p15:guide>
        <p15:guide id="2" orient="horz" pos="1782">
          <p15:clr>
            <a:srgbClr val="A4A3A4"/>
          </p15:clr>
        </p15:guide>
        <p15:guide id="3" pos="2160">
          <p15:clr>
            <a:srgbClr val="A4A3A4"/>
          </p15:clr>
        </p15:guide>
        <p15:guide id="4" pos="131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Rohin S" initials="RS" lastIdx="2" clrIdx="0"/>
  <p:cmAuthor id="2" name="Gaurav Mehta" initials="" lastIdx="1"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200"/>
    <a:srgbClr val="365F91"/>
    <a:srgbClr val="2096F4"/>
    <a:srgbClr val="51ACF6"/>
    <a:srgbClr val="F57E20"/>
    <a:srgbClr val="455469"/>
    <a:srgbClr val="AFC7D0"/>
    <a:srgbClr val="FFC7D0"/>
    <a:srgbClr val="DAEDF4"/>
    <a:srgbClr val="F4F4F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37CE84F3-28C3-443E-9E96-99CF82512B78}" styleName="Dark Style 1 - Accent 2">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2"/>
          </a:solidFill>
        </a:fill>
      </a:tcStyle>
    </a:wholeTbl>
    <a:band1H>
      <a:tcStyle>
        <a:tcBdr/>
        <a:fill>
          <a:solidFill>
            <a:schemeClr val="accent2">
              <a:shade val="60000"/>
            </a:schemeClr>
          </a:solidFill>
        </a:fill>
      </a:tcStyle>
    </a:band1H>
    <a:band1V>
      <a:tcStyle>
        <a:tcBdr/>
        <a:fill>
          <a:solidFill>
            <a:schemeClr val="accent2">
              <a:shade val="60000"/>
            </a:schemeClr>
          </a:solidFill>
        </a:fill>
      </a:tcStyle>
    </a:band1V>
    <a:lastCol>
      <a:tcTxStyle b="on"/>
      <a:tcStyle>
        <a:tcBdr>
          <a:left>
            <a:ln w="25400" cmpd="sng">
              <a:solidFill>
                <a:schemeClr val="lt1"/>
              </a:solidFill>
            </a:ln>
          </a:left>
        </a:tcBdr>
        <a:fill>
          <a:solidFill>
            <a:schemeClr val="accent2">
              <a:shade val="60000"/>
            </a:schemeClr>
          </a:solidFill>
        </a:fill>
      </a:tcStyle>
    </a:lastCol>
    <a:firstCol>
      <a:tcTxStyle b="on"/>
      <a:tcStyle>
        <a:tcBdr>
          <a:right>
            <a:ln w="25400" cmpd="sng">
              <a:solidFill>
                <a:schemeClr val="lt1"/>
              </a:solidFill>
            </a:ln>
          </a:right>
        </a:tcBdr>
        <a:fill>
          <a:solidFill>
            <a:schemeClr val="accent2">
              <a:shade val="60000"/>
            </a:schemeClr>
          </a:solidFill>
        </a:fill>
      </a:tcStyle>
    </a:firstCol>
    <a:lastRow>
      <a:tcTxStyle b="on"/>
      <a:tcStyle>
        <a:tcBdr>
          <a:top>
            <a:ln w="25400" cmpd="sng">
              <a:solidFill>
                <a:schemeClr val="lt1"/>
              </a:solidFill>
            </a:ln>
          </a:top>
        </a:tcBdr>
        <a:fill>
          <a:solidFill>
            <a:schemeClr val="accent2">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929F9F4-4A8F-4326-A1B4-22849713DDAB}" styleName="Dark Style 1 - Accent 4">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4"/>
          </a:solidFill>
        </a:fill>
      </a:tcStyle>
    </a:wholeTbl>
    <a:band1H>
      <a:tcStyle>
        <a:tcBdr/>
        <a:fill>
          <a:solidFill>
            <a:schemeClr val="accent4">
              <a:shade val="60000"/>
            </a:schemeClr>
          </a:solidFill>
        </a:fill>
      </a:tcStyle>
    </a:band1H>
    <a:band1V>
      <a:tcStyle>
        <a:tcBdr/>
        <a:fill>
          <a:solidFill>
            <a:schemeClr val="accent4">
              <a:shade val="60000"/>
            </a:schemeClr>
          </a:solidFill>
        </a:fill>
      </a:tcStyle>
    </a:band1V>
    <a:lastCol>
      <a:tcTxStyle b="on"/>
      <a:tcStyle>
        <a:tcBdr>
          <a:left>
            <a:ln w="25400" cmpd="sng">
              <a:solidFill>
                <a:schemeClr val="lt1"/>
              </a:solidFill>
            </a:ln>
          </a:left>
        </a:tcBdr>
        <a:fill>
          <a:solidFill>
            <a:schemeClr val="accent4">
              <a:shade val="60000"/>
            </a:schemeClr>
          </a:solidFill>
        </a:fill>
      </a:tcStyle>
    </a:lastCol>
    <a:firstCol>
      <a:tcTxStyle b="on"/>
      <a:tcStyle>
        <a:tcBdr>
          <a:right>
            <a:ln w="25400" cmpd="sng">
              <a:solidFill>
                <a:schemeClr val="lt1"/>
              </a:solidFill>
            </a:ln>
          </a:right>
        </a:tcBdr>
        <a:fill>
          <a:solidFill>
            <a:schemeClr val="accent4">
              <a:shade val="60000"/>
            </a:schemeClr>
          </a:solidFill>
        </a:fill>
      </a:tcStyle>
    </a:firstCol>
    <a:lastRow>
      <a:tcTxStyle b="on"/>
      <a:tcStyle>
        <a:tcBdr>
          <a:top>
            <a:ln w="25400" cmpd="sng">
              <a:solidFill>
                <a:schemeClr val="lt1"/>
              </a:solidFill>
            </a:ln>
          </a:top>
        </a:tcBdr>
        <a:fill>
          <a:solidFill>
            <a:schemeClr val="accent4">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8FD4443E-F989-4FC4-A0C8-D5A2AF1F390B}" styleName="Dark Style 1 - Accent 5">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5"/>
          </a:solidFill>
        </a:fill>
      </a:tcStyle>
    </a:wholeTbl>
    <a:band1H>
      <a:tcStyle>
        <a:tcBdr/>
        <a:fill>
          <a:solidFill>
            <a:schemeClr val="accent5">
              <a:shade val="60000"/>
            </a:schemeClr>
          </a:solidFill>
        </a:fill>
      </a:tcStyle>
    </a:band1H>
    <a:band1V>
      <a:tcStyle>
        <a:tcBdr/>
        <a:fill>
          <a:solidFill>
            <a:schemeClr val="accent5">
              <a:shade val="60000"/>
            </a:schemeClr>
          </a:solidFill>
        </a:fill>
      </a:tcStyle>
    </a:band1V>
    <a:lastCol>
      <a:tcTxStyle b="on"/>
      <a:tcStyle>
        <a:tcBdr>
          <a:left>
            <a:ln w="25400" cmpd="sng">
              <a:solidFill>
                <a:schemeClr val="lt1"/>
              </a:solidFill>
            </a:ln>
          </a:left>
        </a:tcBdr>
        <a:fill>
          <a:solidFill>
            <a:schemeClr val="accent5">
              <a:shade val="60000"/>
            </a:schemeClr>
          </a:solidFill>
        </a:fill>
      </a:tcStyle>
    </a:lastCol>
    <a:firstCol>
      <a:tcTxStyle b="on"/>
      <a:tcStyle>
        <a:tcBdr>
          <a:right>
            <a:ln w="25400" cmpd="sng">
              <a:solidFill>
                <a:schemeClr val="lt1"/>
              </a:solidFill>
            </a:ln>
          </a:right>
        </a:tcBdr>
        <a:fill>
          <a:solidFill>
            <a:schemeClr val="accent5">
              <a:shade val="60000"/>
            </a:schemeClr>
          </a:solidFill>
        </a:fill>
      </a:tcStyle>
    </a:firstCol>
    <a:lastRow>
      <a:tcTxStyle b="on"/>
      <a:tcStyle>
        <a:tcBdr>
          <a:top>
            <a:ln w="25400" cmpd="sng">
              <a:solidFill>
                <a:schemeClr val="lt1"/>
              </a:solidFill>
            </a:ln>
          </a:top>
        </a:tcBdr>
        <a:fill>
          <a:solidFill>
            <a:schemeClr val="accent5">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AF606853-7671-496A-8E4F-DF71F8EC918B}" styleName="Dark Style 1 - Accent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481" autoAdjust="0"/>
    <p:restoredTop sz="98754" autoAdjust="0"/>
  </p:normalViewPr>
  <p:slideViewPr>
    <p:cSldViewPr>
      <p:cViewPr varScale="1">
        <p:scale>
          <a:sx n="63" d="100"/>
          <a:sy n="63" d="100"/>
        </p:scale>
        <p:origin x="636" y="52"/>
      </p:cViewPr>
      <p:guideLst>
        <p:guide orient="horz" pos="2863"/>
        <p:guide orient="horz" pos="1782"/>
        <p:guide pos="2160"/>
        <p:guide pos="1310"/>
      </p:guideLst>
    </p:cSldViewPr>
  </p:slideViewPr>
  <p:notesTextViewPr>
    <p:cViewPr>
      <p:scale>
        <a:sx n="100" d="100"/>
        <a:sy n="100" d="100"/>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8712200" cy="56673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11387138" y="0"/>
            <a:ext cx="8712200" cy="566738"/>
          </a:xfrm>
          <a:prstGeom prst="rect">
            <a:avLst/>
          </a:prstGeom>
        </p:spPr>
        <p:txBody>
          <a:bodyPr vert="horz" lIns="91440" tIns="45720" rIns="91440" bIns="45720" rtlCol="0"/>
          <a:lstStyle>
            <a:lvl1pPr algn="r">
              <a:defRPr sz="1200"/>
            </a:lvl1pPr>
          </a:lstStyle>
          <a:p>
            <a:fld id="{F7A1BDA4-2362-46E4-B759-1C9E98069CBA}" type="datetimeFigureOut">
              <a:rPr lang="en-IN" smtClean="0"/>
              <a:t>14-07-2023</a:t>
            </a:fld>
            <a:endParaRPr lang="en-IN" dirty="0"/>
          </a:p>
        </p:txBody>
      </p:sp>
      <p:sp>
        <p:nvSpPr>
          <p:cNvPr id="4" name="Slide Image Placeholder 3"/>
          <p:cNvSpPr>
            <a:spLocks noGrp="1" noRot="1" noChangeAspect="1"/>
          </p:cNvSpPr>
          <p:nvPr>
            <p:ph type="sldImg" idx="2"/>
          </p:nvPr>
        </p:nvSpPr>
        <p:spPr>
          <a:xfrm>
            <a:off x="6661150" y="1414463"/>
            <a:ext cx="6781800" cy="381635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2009775" y="5441950"/>
            <a:ext cx="16084550" cy="4454525"/>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10742613"/>
            <a:ext cx="8712200" cy="566737"/>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11387138" y="10742613"/>
            <a:ext cx="8712200" cy="566737"/>
          </a:xfrm>
          <a:prstGeom prst="rect">
            <a:avLst/>
          </a:prstGeom>
        </p:spPr>
        <p:txBody>
          <a:bodyPr vert="horz" lIns="91440" tIns="45720" rIns="91440" bIns="45720" rtlCol="0" anchor="b"/>
          <a:lstStyle>
            <a:lvl1pPr algn="r">
              <a:defRPr sz="1200"/>
            </a:lvl1pPr>
          </a:lstStyle>
          <a:p>
            <a:fld id="{0927FB57-2B27-45D5-B431-F3E7A10E73E6}" type="slidenum">
              <a:rPr lang="en-IN" smtClean="0"/>
              <a:t>‹#›</a:t>
            </a:fld>
            <a:endParaRPr lang="en-IN" dirty="0"/>
          </a:p>
        </p:txBody>
      </p:sp>
    </p:spTree>
    <p:extLst>
      <p:ext uri="{BB962C8B-B14F-4D97-AF65-F5344CB8AC3E}">
        <p14:creationId xmlns:p14="http://schemas.microsoft.com/office/powerpoint/2010/main" val="3173754904"/>
      </p:ext>
    </p:extLst>
  </p:cSld>
  <p:clrMap bg1="lt1" tx1="dk1" bg2="lt2" tx2="dk2" accent1="accent1" accent2="accent2" accent3="accent3" accent4="accent4" accent5="accent5" accent6="accent6" hlink="hlink" folHlink="folHlink"/>
  <p:notesStyle>
    <a:lvl1pPr marL="0" algn="l" defTabSz="554355" rtl="0" eaLnBrk="1" latinLnBrk="0" hangingPunct="1">
      <a:defRPr sz="700" kern="1200">
        <a:solidFill>
          <a:schemeClr val="tx1"/>
        </a:solidFill>
        <a:latin typeface="+mn-lt"/>
        <a:ea typeface="+mn-ea"/>
        <a:cs typeface="+mn-cs"/>
      </a:defRPr>
    </a:lvl1pPr>
    <a:lvl2pPr marL="277495" algn="l" defTabSz="554355" rtl="0" eaLnBrk="1" latinLnBrk="0" hangingPunct="1">
      <a:defRPr sz="700" kern="1200">
        <a:solidFill>
          <a:schemeClr val="tx1"/>
        </a:solidFill>
        <a:latin typeface="+mn-lt"/>
        <a:ea typeface="+mn-ea"/>
        <a:cs typeface="+mn-cs"/>
      </a:defRPr>
    </a:lvl2pPr>
    <a:lvl3pPr marL="554355" algn="l" defTabSz="554355" rtl="0" eaLnBrk="1" latinLnBrk="0" hangingPunct="1">
      <a:defRPr sz="700" kern="1200">
        <a:solidFill>
          <a:schemeClr val="tx1"/>
        </a:solidFill>
        <a:latin typeface="+mn-lt"/>
        <a:ea typeface="+mn-ea"/>
        <a:cs typeface="+mn-cs"/>
      </a:defRPr>
    </a:lvl3pPr>
    <a:lvl4pPr marL="831850" algn="l" defTabSz="554355" rtl="0" eaLnBrk="1" latinLnBrk="0" hangingPunct="1">
      <a:defRPr sz="700" kern="1200">
        <a:solidFill>
          <a:schemeClr val="tx1"/>
        </a:solidFill>
        <a:latin typeface="+mn-lt"/>
        <a:ea typeface="+mn-ea"/>
        <a:cs typeface="+mn-cs"/>
      </a:defRPr>
    </a:lvl4pPr>
    <a:lvl5pPr marL="1108710" algn="l" defTabSz="554355" rtl="0" eaLnBrk="1" latinLnBrk="0" hangingPunct="1">
      <a:defRPr sz="700" kern="1200">
        <a:solidFill>
          <a:schemeClr val="tx1"/>
        </a:solidFill>
        <a:latin typeface="+mn-lt"/>
        <a:ea typeface="+mn-ea"/>
        <a:cs typeface="+mn-cs"/>
      </a:defRPr>
    </a:lvl5pPr>
    <a:lvl6pPr marL="1386205" algn="l" defTabSz="554355" rtl="0" eaLnBrk="1" latinLnBrk="0" hangingPunct="1">
      <a:defRPr sz="700" kern="1200">
        <a:solidFill>
          <a:schemeClr val="tx1"/>
        </a:solidFill>
        <a:latin typeface="+mn-lt"/>
        <a:ea typeface="+mn-ea"/>
        <a:cs typeface="+mn-cs"/>
      </a:defRPr>
    </a:lvl6pPr>
    <a:lvl7pPr marL="1663700" algn="l" defTabSz="554355" rtl="0" eaLnBrk="1" latinLnBrk="0" hangingPunct="1">
      <a:defRPr sz="700" kern="1200">
        <a:solidFill>
          <a:schemeClr val="tx1"/>
        </a:solidFill>
        <a:latin typeface="+mn-lt"/>
        <a:ea typeface="+mn-ea"/>
        <a:cs typeface="+mn-cs"/>
      </a:defRPr>
    </a:lvl7pPr>
    <a:lvl8pPr marL="1940560" algn="l" defTabSz="554355" rtl="0" eaLnBrk="1" latinLnBrk="0" hangingPunct="1">
      <a:defRPr sz="700" kern="1200">
        <a:solidFill>
          <a:schemeClr val="tx1"/>
        </a:solidFill>
        <a:latin typeface="+mn-lt"/>
        <a:ea typeface="+mn-ea"/>
        <a:cs typeface="+mn-cs"/>
      </a:defRPr>
    </a:lvl8pPr>
    <a:lvl9pPr marL="2218055" algn="l" defTabSz="554355" rtl="0" eaLnBrk="1" latinLnBrk="0" hangingPunct="1">
      <a:defRPr sz="7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281" y="2126472"/>
            <a:ext cx="10361852" cy="730969"/>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828562" y="3841369"/>
            <a:ext cx="8533289" cy="276999"/>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700" b="0" i="0">
                <a:solidFill>
                  <a:schemeClr val="tx1"/>
                </a:solidFill>
                <a:latin typeface="Calibri" panose="020F0502020204030204"/>
                <a:cs typeface="Calibri" panose="020F0502020204030204"/>
              </a:defRPr>
            </a:lvl1pPr>
          </a:lstStyle>
          <a:p>
            <a:pPr marL="7620">
              <a:lnSpc>
                <a:spcPts val="770"/>
              </a:lnSpc>
            </a:pPr>
            <a:r>
              <a:rPr lang="en-IN" spc="3"/>
              <a:t>Confidential</a:t>
            </a:r>
            <a:endParaRPr lang="en-IN" spc="3" dirty="0"/>
          </a:p>
        </p:txBody>
      </p:sp>
      <p:sp>
        <p:nvSpPr>
          <p:cNvPr id="5" name="Holder 5"/>
          <p:cNvSpPr>
            <a:spLocks noGrp="1"/>
          </p:cNvSpPr>
          <p:nvPr>
            <p:ph type="dt" sz="half" idx="6"/>
          </p:nvPr>
        </p:nvSpPr>
        <p:spPr/>
        <p:txBody>
          <a:bodyPr lIns="0" tIns="0" rIns="0" bIns="0"/>
          <a:lstStyle>
            <a:lvl1pPr>
              <a:defRPr sz="700" b="0" i="0">
                <a:solidFill>
                  <a:schemeClr val="tx1"/>
                </a:solidFill>
                <a:latin typeface="Calibri" panose="020F0502020204030204"/>
                <a:cs typeface="Calibri" panose="020F0502020204030204"/>
              </a:defRPr>
            </a:lvl1pPr>
          </a:lstStyle>
          <a:p>
            <a:pPr marL="7620">
              <a:lnSpc>
                <a:spcPts val="770"/>
              </a:lnSpc>
            </a:pPr>
            <a:r>
              <a:rPr lang="en-IN" spc="6"/>
              <a:t>Copyright</a:t>
            </a:r>
            <a:r>
              <a:rPr lang="en-IN" spc="-3"/>
              <a:t> </a:t>
            </a:r>
            <a:r>
              <a:rPr lang="en-IN" spc="18"/>
              <a:t>©</a:t>
            </a:r>
            <a:r>
              <a:rPr lang="en-IN"/>
              <a:t> </a:t>
            </a:r>
            <a:r>
              <a:rPr lang="en-IN" spc="9"/>
              <a:t>2021,</a:t>
            </a:r>
            <a:r>
              <a:rPr lang="en-IN"/>
              <a:t> </a:t>
            </a:r>
            <a:r>
              <a:rPr lang="en-IN" spc="6"/>
              <a:t>Pennant</a:t>
            </a:r>
            <a:r>
              <a:rPr lang="en-IN" spc="-3"/>
              <a:t> </a:t>
            </a:r>
            <a:r>
              <a:rPr lang="en-IN" spc="3"/>
              <a:t>Technologies</a:t>
            </a:r>
            <a:endParaRPr lang="en-IN" spc="3" dirty="0"/>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5277540" y="2034151"/>
            <a:ext cx="1635331" cy="446276"/>
          </a:xfrm>
        </p:spPr>
        <p:txBody>
          <a:bodyPr lIns="0" tIns="0" rIns="0" bIns="0"/>
          <a:lstStyle>
            <a:lvl1pPr>
              <a:defRPr sz="2900" b="1" i="0">
                <a:solidFill>
                  <a:schemeClr val="tx1"/>
                </a:solidFill>
                <a:latin typeface="PT Sans"/>
                <a:cs typeface="PT Sans"/>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defRPr sz="700" b="0" i="0">
                <a:solidFill>
                  <a:schemeClr val="tx1"/>
                </a:solidFill>
                <a:latin typeface="Calibri" panose="020F0502020204030204"/>
                <a:cs typeface="Calibri" panose="020F0502020204030204"/>
              </a:defRPr>
            </a:lvl1pPr>
          </a:lstStyle>
          <a:p>
            <a:pPr marL="7620">
              <a:lnSpc>
                <a:spcPts val="770"/>
              </a:lnSpc>
            </a:pPr>
            <a:r>
              <a:rPr lang="en-IN" spc="3"/>
              <a:t>Confidential</a:t>
            </a:r>
            <a:endParaRPr lang="en-IN" spc="3" dirty="0"/>
          </a:p>
        </p:txBody>
      </p:sp>
      <p:sp>
        <p:nvSpPr>
          <p:cNvPr id="5" name="Holder 5"/>
          <p:cNvSpPr>
            <a:spLocks noGrp="1"/>
          </p:cNvSpPr>
          <p:nvPr>
            <p:ph type="dt" sz="half" idx="6"/>
          </p:nvPr>
        </p:nvSpPr>
        <p:spPr/>
        <p:txBody>
          <a:bodyPr lIns="0" tIns="0" rIns="0" bIns="0"/>
          <a:lstStyle>
            <a:lvl1pPr>
              <a:defRPr sz="700" b="0" i="0">
                <a:solidFill>
                  <a:schemeClr val="tx1"/>
                </a:solidFill>
                <a:latin typeface="Calibri" panose="020F0502020204030204"/>
                <a:cs typeface="Calibri" panose="020F0502020204030204"/>
              </a:defRPr>
            </a:lvl1pPr>
          </a:lstStyle>
          <a:p>
            <a:pPr marL="7620">
              <a:lnSpc>
                <a:spcPts val="770"/>
              </a:lnSpc>
            </a:pPr>
            <a:r>
              <a:rPr lang="en-IN" spc="6"/>
              <a:t>Copyright</a:t>
            </a:r>
            <a:r>
              <a:rPr lang="en-IN" spc="-3"/>
              <a:t> </a:t>
            </a:r>
            <a:r>
              <a:rPr lang="en-IN" spc="18"/>
              <a:t>©</a:t>
            </a:r>
            <a:r>
              <a:rPr lang="en-IN"/>
              <a:t> </a:t>
            </a:r>
            <a:r>
              <a:rPr lang="en-IN" spc="9"/>
              <a:t>2021,</a:t>
            </a:r>
            <a:r>
              <a:rPr lang="en-IN"/>
              <a:t> </a:t>
            </a:r>
            <a:r>
              <a:rPr lang="en-IN" spc="6"/>
              <a:t>Pennant</a:t>
            </a:r>
            <a:r>
              <a:rPr lang="en-IN" spc="-3"/>
              <a:t> </a:t>
            </a:r>
            <a:r>
              <a:rPr lang="en-IN" spc="3"/>
              <a:t>Technologies</a:t>
            </a:r>
            <a:endParaRPr lang="en-IN" spc="3" dirty="0"/>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a:xfrm>
            <a:off x="5277540" y="2034151"/>
            <a:ext cx="1635331" cy="446276"/>
          </a:xfrm>
        </p:spPr>
        <p:txBody>
          <a:bodyPr lIns="0" tIns="0" rIns="0" bIns="0"/>
          <a:lstStyle>
            <a:lvl1pPr>
              <a:defRPr sz="2900" b="1" i="0">
                <a:solidFill>
                  <a:schemeClr val="tx1"/>
                </a:solidFill>
                <a:latin typeface="PT Sans"/>
                <a:cs typeface="PT Sans"/>
              </a:defRPr>
            </a:lvl1pPr>
          </a:lstStyle>
          <a:p>
            <a:endParaRPr/>
          </a:p>
        </p:txBody>
      </p:sp>
      <p:sp>
        <p:nvSpPr>
          <p:cNvPr id="3" name="Holder 3"/>
          <p:cNvSpPr>
            <a:spLocks noGrp="1"/>
          </p:cNvSpPr>
          <p:nvPr>
            <p:ph sz="half" idx="2"/>
          </p:nvPr>
        </p:nvSpPr>
        <p:spPr>
          <a:xfrm>
            <a:off x="609521" y="1577705"/>
            <a:ext cx="5302830" cy="276999"/>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062" y="1577705"/>
            <a:ext cx="5302830" cy="276999"/>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700" b="0" i="0">
                <a:solidFill>
                  <a:schemeClr val="tx1"/>
                </a:solidFill>
                <a:latin typeface="Calibri" panose="020F0502020204030204"/>
                <a:cs typeface="Calibri" panose="020F0502020204030204"/>
              </a:defRPr>
            </a:lvl1pPr>
          </a:lstStyle>
          <a:p>
            <a:pPr marL="7620">
              <a:lnSpc>
                <a:spcPts val="770"/>
              </a:lnSpc>
            </a:pPr>
            <a:r>
              <a:rPr lang="en-IN" spc="3"/>
              <a:t>Confidential</a:t>
            </a:r>
            <a:endParaRPr lang="en-IN" spc="3" dirty="0"/>
          </a:p>
        </p:txBody>
      </p:sp>
      <p:sp>
        <p:nvSpPr>
          <p:cNvPr id="6" name="Holder 6"/>
          <p:cNvSpPr>
            <a:spLocks noGrp="1"/>
          </p:cNvSpPr>
          <p:nvPr>
            <p:ph type="dt" sz="half" idx="6"/>
          </p:nvPr>
        </p:nvSpPr>
        <p:spPr/>
        <p:txBody>
          <a:bodyPr lIns="0" tIns="0" rIns="0" bIns="0"/>
          <a:lstStyle>
            <a:lvl1pPr>
              <a:defRPr sz="700" b="0" i="0">
                <a:solidFill>
                  <a:schemeClr val="tx1"/>
                </a:solidFill>
                <a:latin typeface="Calibri" panose="020F0502020204030204"/>
                <a:cs typeface="Calibri" panose="020F0502020204030204"/>
              </a:defRPr>
            </a:lvl1pPr>
          </a:lstStyle>
          <a:p>
            <a:pPr marL="7620">
              <a:lnSpc>
                <a:spcPts val="770"/>
              </a:lnSpc>
            </a:pPr>
            <a:r>
              <a:rPr lang="en-IN" spc="6"/>
              <a:t>Copyright</a:t>
            </a:r>
            <a:r>
              <a:rPr lang="en-IN" spc="-3"/>
              <a:t> </a:t>
            </a:r>
            <a:r>
              <a:rPr lang="en-IN" spc="18"/>
              <a:t>©</a:t>
            </a:r>
            <a:r>
              <a:rPr lang="en-IN"/>
              <a:t> </a:t>
            </a:r>
            <a:r>
              <a:rPr lang="en-IN" spc="9"/>
              <a:t>2021,</a:t>
            </a:r>
            <a:r>
              <a:rPr lang="en-IN"/>
              <a:t> </a:t>
            </a:r>
            <a:r>
              <a:rPr lang="en-IN" spc="6"/>
              <a:t>Pennant</a:t>
            </a:r>
            <a:r>
              <a:rPr lang="en-IN" spc="-3"/>
              <a:t> </a:t>
            </a:r>
            <a:r>
              <a:rPr lang="en-IN" spc="3"/>
              <a:t>Technologies</a:t>
            </a:r>
            <a:endParaRPr lang="en-IN" spc="3" dirty="0"/>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a:xfrm>
            <a:off x="5277540" y="2034151"/>
            <a:ext cx="1635331" cy="446276"/>
          </a:xfrm>
        </p:spPr>
        <p:txBody>
          <a:bodyPr lIns="0" tIns="0" rIns="0" bIns="0"/>
          <a:lstStyle>
            <a:lvl1pPr>
              <a:defRPr sz="2900" b="1" i="0">
                <a:solidFill>
                  <a:schemeClr val="tx1"/>
                </a:solidFill>
                <a:latin typeface="PT Sans"/>
                <a:cs typeface="PT Sans"/>
              </a:defRPr>
            </a:lvl1pPr>
          </a:lstStyle>
          <a:p>
            <a:endParaRPr/>
          </a:p>
        </p:txBody>
      </p:sp>
      <p:sp>
        <p:nvSpPr>
          <p:cNvPr id="3" name="Holder 3"/>
          <p:cNvSpPr>
            <a:spLocks noGrp="1"/>
          </p:cNvSpPr>
          <p:nvPr>
            <p:ph type="ftr" sz="quarter" idx="5"/>
          </p:nvPr>
        </p:nvSpPr>
        <p:spPr/>
        <p:txBody>
          <a:bodyPr lIns="0" tIns="0" rIns="0" bIns="0"/>
          <a:lstStyle>
            <a:lvl1pPr>
              <a:defRPr sz="700" b="0" i="0">
                <a:solidFill>
                  <a:schemeClr val="tx1"/>
                </a:solidFill>
                <a:latin typeface="Calibri" panose="020F0502020204030204"/>
                <a:cs typeface="Calibri" panose="020F0502020204030204"/>
              </a:defRPr>
            </a:lvl1pPr>
          </a:lstStyle>
          <a:p>
            <a:pPr marL="7620">
              <a:lnSpc>
                <a:spcPts val="770"/>
              </a:lnSpc>
            </a:pPr>
            <a:r>
              <a:rPr lang="en-IN" spc="3"/>
              <a:t>Confidential</a:t>
            </a:r>
            <a:endParaRPr lang="en-IN" spc="3" dirty="0"/>
          </a:p>
        </p:txBody>
      </p:sp>
      <p:sp>
        <p:nvSpPr>
          <p:cNvPr id="4" name="Holder 4"/>
          <p:cNvSpPr>
            <a:spLocks noGrp="1"/>
          </p:cNvSpPr>
          <p:nvPr>
            <p:ph type="dt" sz="half" idx="6"/>
          </p:nvPr>
        </p:nvSpPr>
        <p:spPr/>
        <p:txBody>
          <a:bodyPr lIns="0" tIns="0" rIns="0" bIns="0"/>
          <a:lstStyle>
            <a:lvl1pPr>
              <a:defRPr sz="700" b="0" i="0">
                <a:solidFill>
                  <a:schemeClr val="tx1"/>
                </a:solidFill>
                <a:latin typeface="Calibri" panose="020F0502020204030204"/>
                <a:cs typeface="Calibri" panose="020F0502020204030204"/>
              </a:defRPr>
            </a:lvl1pPr>
          </a:lstStyle>
          <a:p>
            <a:pPr marL="7620">
              <a:lnSpc>
                <a:spcPts val="770"/>
              </a:lnSpc>
            </a:pPr>
            <a:r>
              <a:rPr lang="en-IN" spc="6"/>
              <a:t>Copyright</a:t>
            </a:r>
            <a:r>
              <a:rPr lang="en-IN" spc="-3"/>
              <a:t> </a:t>
            </a:r>
            <a:r>
              <a:rPr lang="en-IN" spc="18"/>
              <a:t>©</a:t>
            </a:r>
            <a:r>
              <a:rPr lang="en-IN"/>
              <a:t> </a:t>
            </a:r>
            <a:r>
              <a:rPr lang="en-IN" spc="9"/>
              <a:t>2021,</a:t>
            </a:r>
            <a:r>
              <a:rPr lang="en-IN"/>
              <a:t> </a:t>
            </a:r>
            <a:r>
              <a:rPr lang="en-IN" spc="6"/>
              <a:t>Pennant</a:t>
            </a:r>
            <a:r>
              <a:rPr lang="en-IN" spc="-3"/>
              <a:t> </a:t>
            </a:r>
            <a:r>
              <a:rPr lang="en-IN" spc="3"/>
              <a:t>Technologies</a:t>
            </a:r>
            <a:endParaRPr lang="en-IN" spc="3" dirty="0"/>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700" b="0" i="0">
                <a:solidFill>
                  <a:schemeClr val="tx1"/>
                </a:solidFill>
                <a:latin typeface="Calibri" panose="020F0502020204030204"/>
                <a:cs typeface="Calibri" panose="020F0502020204030204"/>
              </a:defRPr>
            </a:lvl1pPr>
          </a:lstStyle>
          <a:p>
            <a:pPr marL="7620">
              <a:lnSpc>
                <a:spcPts val="770"/>
              </a:lnSpc>
            </a:pPr>
            <a:r>
              <a:rPr lang="en-IN" spc="3"/>
              <a:t>Confidential</a:t>
            </a:r>
            <a:endParaRPr lang="en-IN" spc="3" dirty="0"/>
          </a:p>
        </p:txBody>
      </p:sp>
      <p:sp>
        <p:nvSpPr>
          <p:cNvPr id="3" name="Holder 3"/>
          <p:cNvSpPr>
            <a:spLocks noGrp="1"/>
          </p:cNvSpPr>
          <p:nvPr>
            <p:ph type="dt" sz="half" idx="6"/>
          </p:nvPr>
        </p:nvSpPr>
        <p:spPr/>
        <p:txBody>
          <a:bodyPr lIns="0" tIns="0" rIns="0" bIns="0"/>
          <a:lstStyle>
            <a:lvl1pPr>
              <a:defRPr sz="700" b="0" i="0">
                <a:solidFill>
                  <a:schemeClr val="tx1"/>
                </a:solidFill>
                <a:latin typeface="Calibri" panose="020F0502020204030204"/>
                <a:cs typeface="Calibri" panose="020F0502020204030204"/>
              </a:defRPr>
            </a:lvl1pPr>
          </a:lstStyle>
          <a:p>
            <a:pPr marL="7620">
              <a:lnSpc>
                <a:spcPts val="770"/>
              </a:lnSpc>
            </a:pPr>
            <a:r>
              <a:rPr lang="en-IN" spc="6"/>
              <a:t>Copyright</a:t>
            </a:r>
            <a:r>
              <a:rPr lang="en-IN" spc="-3"/>
              <a:t> </a:t>
            </a:r>
            <a:r>
              <a:rPr lang="en-IN" spc="18"/>
              <a:t>©</a:t>
            </a:r>
            <a:r>
              <a:rPr lang="en-IN"/>
              <a:t> </a:t>
            </a:r>
            <a:r>
              <a:rPr lang="en-IN" spc="9"/>
              <a:t>2021,</a:t>
            </a:r>
            <a:r>
              <a:rPr lang="en-IN"/>
              <a:t> </a:t>
            </a:r>
            <a:r>
              <a:rPr lang="en-IN" spc="6"/>
              <a:t>Pennant</a:t>
            </a:r>
            <a:r>
              <a:rPr lang="en-IN" spc="-3"/>
              <a:t> </a:t>
            </a:r>
            <a:r>
              <a:rPr lang="en-IN" spc="3"/>
              <a:t>Technologies</a:t>
            </a:r>
            <a:endParaRPr lang="en-IN" spc="3" dirty="0"/>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userDrawn="1"/>
        </p:nvPicPr>
        <p:blipFill>
          <a:blip r:embed="rId7" cstate="print"/>
          <a:stretch>
            <a:fillRect/>
          </a:stretch>
        </p:blipFill>
        <p:spPr>
          <a:xfrm>
            <a:off x="10835861" y="317552"/>
            <a:ext cx="1032642" cy="257870"/>
          </a:xfrm>
          <a:prstGeom prst="rect">
            <a:avLst/>
          </a:prstGeom>
        </p:spPr>
      </p:pic>
      <p:sp>
        <p:nvSpPr>
          <p:cNvPr id="17" name="bg object 17"/>
          <p:cNvSpPr/>
          <p:nvPr userDrawn="1"/>
        </p:nvSpPr>
        <p:spPr>
          <a:xfrm>
            <a:off x="0" y="317555"/>
            <a:ext cx="1098523" cy="254201"/>
          </a:xfrm>
          <a:custGeom>
            <a:avLst/>
            <a:gdLst/>
            <a:ahLst/>
            <a:cxnLst/>
            <a:rect l="l" t="t" r="r" b="b"/>
            <a:pathLst>
              <a:path w="1811655" h="419100">
                <a:moveTo>
                  <a:pt x="1455445" y="0"/>
                </a:moveTo>
                <a:lnTo>
                  <a:pt x="0" y="0"/>
                </a:lnTo>
                <a:lnTo>
                  <a:pt x="0" y="418833"/>
                </a:lnTo>
                <a:lnTo>
                  <a:pt x="1246035" y="418833"/>
                </a:lnTo>
                <a:lnTo>
                  <a:pt x="1455445" y="0"/>
                </a:lnTo>
                <a:close/>
              </a:path>
              <a:path w="1811655" h="419100">
                <a:moveTo>
                  <a:pt x="1633448" y="0"/>
                </a:moveTo>
                <a:lnTo>
                  <a:pt x="1507807" y="0"/>
                </a:lnTo>
                <a:lnTo>
                  <a:pt x="1298384" y="418833"/>
                </a:lnTo>
                <a:lnTo>
                  <a:pt x="1424038" y="418833"/>
                </a:lnTo>
                <a:lnTo>
                  <a:pt x="1633448" y="0"/>
                </a:lnTo>
                <a:close/>
              </a:path>
              <a:path w="1811655" h="419100">
                <a:moveTo>
                  <a:pt x="1811451" y="0"/>
                </a:moveTo>
                <a:lnTo>
                  <a:pt x="1685810" y="0"/>
                </a:lnTo>
                <a:lnTo>
                  <a:pt x="1570621" y="240830"/>
                </a:lnTo>
                <a:lnTo>
                  <a:pt x="1696275" y="240830"/>
                </a:lnTo>
                <a:lnTo>
                  <a:pt x="1811451" y="0"/>
                </a:lnTo>
                <a:close/>
              </a:path>
            </a:pathLst>
          </a:custGeom>
          <a:solidFill>
            <a:srgbClr val="F47E20"/>
          </a:solidFill>
        </p:spPr>
        <p:txBody>
          <a:bodyPr wrap="square" lIns="0" tIns="0" rIns="0" bIns="0" rtlCol="0"/>
          <a:lstStyle/>
          <a:p>
            <a:endParaRPr dirty="0"/>
          </a:p>
        </p:txBody>
      </p:sp>
      <p:sp>
        <p:nvSpPr>
          <p:cNvPr id="18" name="bg object 18"/>
          <p:cNvSpPr/>
          <p:nvPr userDrawn="1"/>
        </p:nvSpPr>
        <p:spPr>
          <a:xfrm>
            <a:off x="317458" y="6440210"/>
            <a:ext cx="11555865" cy="0"/>
          </a:xfrm>
          <a:custGeom>
            <a:avLst/>
            <a:gdLst/>
            <a:ahLst/>
            <a:cxnLst/>
            <a:rect l="l" t="t" r="r" b="b"/>
            <a:pathLst>
              <a:path w="19057620">
                <a:moveTo>
                  <a:pt x="0" y="0"/>
                </a:moveTo>
                <a:lnTo>
                  <a:pt x="19057011" y="0"/>
                </a:lnTo>
              </a:path>
            </a:pathLst>
          </a:custGeom>
          <a:ln w="15706">
            <a:solidFill>
              <a:srgbClr val="000000"/>
            </a:solidFill>
          </a:ln>
        </p:spPr>
        <p:txBody>
          <a:bodyPr wrap="square" lIns="0" tIns="0" rIns="0" bIns="0" rtlCol="0"/>
          <a:lstStyle/>
          <a:p>
            <a:endParaRPr dirty="0"/>
          </a:p>
        </p:txBody>
      </p:sp>
      <p:sp>
        <p:nvSpPr>
          <p:cNvPr id="19" name="bg object 19"/>
          <p:cNvSpPr/>
          <p:nvPr userDrawn="1"/>
        </p:nvSpPr>
        <p:spPr>
          <a:xfrm>
            <a:off x="11003459" y="6345481"/>
            <a:ext cx="869809" cy="0"/>
          </a:xfrm>
          <a:custGeom>
            <a:avLst/>
            <a:gdLst/>
            <a:ahLst/>
            <a:cxnLst/>
            <a:rect l="l" t="t" r="r" b="b"/>
            <a:pathLst>
              <a:path w="1434465">
                <a:moveTo>
                  <a:pt x="0" y="0"/>
                </a:moveTo>
                <a:lnTo>
                  <a:pt x="1433945" y="0"/>
                </a:lnTo>
              </a:path>
            </a:pathLst>
          </a:custGeom>
          <a:ln w="15706">
            <a:solidFill>
              <a:srgbClr val="F57D21"/>
            </a:solidFill>
          </a:ln>
        </p:spPr>
        <p:txBody>
          <a:bodyPr wrap="square" lIns="0" tIns="0" rIns="0" bIns="0" rtlCol="0"/>
          <a:lstStyle/>
          <a:p>
            <a:endParaRPr dirty="0"/>
          </a:p>
        </p:txBody>
      </p:sp>
      <p:sp>
        <p:nvSpPr>
          <p:cNvPr id="20" name="bg object 20"/>
          <p:cNvSpPr/>
          <p:nvPr userDrawn="1"/>
        </p:nvSpPr>
        <p:spPr>
          <a:xfrm>
            <a:off x="10733095" y="6345481"/>
            <a:ext cx="200992" cy="0"/>
          </a:xfrm>
          <a:custGeom>
            <a:avLst/>
            <a:gdLst/>
            <a:ahLst/>
            <a:cxnLst/>
            <a:rect l="l" t="t" r="r" b="b"/>
            <a:pathLst>
              <a:path w="331469">
                <a:moveTo>
                  <a:pt x="0" y="0"/>
                </a:moveTo>
                <a:lnTo>
                  <a:pt x="330984" y="0"/>
                </a:lnTo>
              </a:path>
            </a:pathLst>
          </a:custGeom>
          <a:ln w="15706">
            <a:solidFill>
              <a:srgbClr val="F57D21"/>
            </a:solidFill>
          </a:ln>
        </p:spPr>
        <p:txBody>
          <a:bodyPr wrap="square" lIns="0" tIns="0" rIns="0" bIns="0" rtlCol="0"/>
          <a:lstStyle/>
          <a:p>
            <a:endParaRPr dirty="0"/>
          </a:p>
        </p:txBody>
      </p:sp>
      <p:sp>
        <p:nvSpPr>
          <p:cNvPr id="21" name="bg object 21"/>
          <p:cNvSpPr/>
          <p:nvPr userDrawn="1"/>
        </p:nvSpPr>
        <p:spPr>
          <a:xfrm>
            <a:off x="10030144" y="6534939"/>
            <a:ext cx="869809" cy="0"/>
          </a:xfrm>
          <a:custGeom>
            <a:avLst/>
            <a:gdLst/>
            <a:ahLst/>
            <a:cxnLst/>
            <a:rect l="l" t="t" r="r" b="b"/>
            <a:pathLst>
              <a:path w="1434465">
                <a:moveTo>
                  <a:pt x="0" y="0"/>
                </a:moveTo>
                <a:lnTo>
                  <a:pt x="1433945" y="0"/>
                </a:lnTo>
              </a:path>
            </a:pathLst>
          </a:custGeom>
          <a:ln w="15706">
            <a:solidFill>
              <a:srgbClr val="F57D21"/>
            </a:solidFill>
          </a:ln>
        </p:spPr>
        <p:txBody>
          <a:bodyPr wrap="square" lIns="0" tIns="0" rIns="0" bIns="0" rtlCol="0"/>
          <a:lstStyle/>
          <a:p>
            <a:endParaRPr dirty="0"/>
          </a:p>
        </p:txBody>
      </p:sp>
      <p:sp>
        <p:nvSpPr>
          <p:cNvPr id="22" name="bg object 22"/>
          <p:cNvSpPr/>
          <p:nvPr userDrawn="1"/>
        </p:nvSpPr>
        <p:spPr>
          <a:xfrm>
            <a:off x="9804742" y="6534939"/>
            <a:ext cx="172884" cy="0"/>
          </a:xfrm>
          <a:custGeom>
            <a:avLst/>
            <a:gdLst/>
            <a:ahLst/>
            <a:cxnLst/>
            <a:rect l="l" t="t" r="r" b="b"/>
            <a:pathLst>
              <a:path w="285115">
                <a:moveTo>
                  <a:pt x="0" y="0"/>
                </a:moveTo>
                <a:lnTo>
                  <a:pt x="284986" y="0"/>
                </a:lnTo>
              </a:path>
            </a:pathLst>
          </a:custGeom>
          <a:ln w="15706">
            <a:solidFill>
              <a:srgbClr val="F57D21"/>
            </a:solidFill>
          </a:ln>
        </p:spPr>
        <p:txBody>
          <a:bodyPr wrap="square" lIns="0" tIns="0" rIns="0" bIns="0" rtlCol="0"/>
          <a:lstStyle/>
          <a:p>
            <a:endParaRPr dirty="0"/>
          </a:p>
        </p:txBody>
      </p:sp>
      <p:sp>
        <p:nvSpPr>
          <p:cNvPr id="23" name="bg object 23"/>
          <p:cNvSpPr/>
          <p:nvPr userDrawn="1"/>
        </p:nvSpPr>
        <p:spPr>
          <a:xfrm>
            <a:off x="9716093" y="6534939"/>
            <a:ext cx="59296" cy="0"/>
          </a:xfrm>
          <a:custGeom>
            <a:avLst/>
            <a:gdLst/>
            <a:ahLst/>
            <a:cxnLst/>
            <a:rect l="l" t="t" r="r" b="b"/>
            <a:pathLst>
              <a:path w="97790">
                <a:moveTo>
                  <a:pt x="0" y="0"/>
                </a:moveTo>
                <a:lnTo>
                  <a:pt x="97483" y="0"/>
                </a:lnTo>
              </a:path>
            </a:pathLst>
          </a:custGeom>
          <a:ln w="15706">
            <a:solidFill>
              <a:srgbClr val="F57D21"/>
            </a:solidFill>
          </a:ln>
        </p:spPr>
        <p:txBody>
          <a:bodyPr wrap="square" lIns="0" tIns="0" rIns="0" bIns="0" rtlCol="0"/>
          <a:lstStyle/>
          <a:p>
            <a:endParaRPr dirty="0"/>
          </a:p>
        </p:txBody>
      </p:sp>
      <p:sp>
        <p:nvSpPr>
          <p:cNvPr id="2" name="Holder 2"/>
          <p:cNvSpPr>
            <a:spLocks noGrp="1"/>
          </p:cNvSpPr>
          <p:nvPr>
            <p:ph type="title"/>
          </p:nvPr>
        </p:nvSpPr>
        <p:spPr>
          <a:xfrm>
            <a:off x="5277540" y="2034151"/>
            <a:ext cx="1635331" cy="730969"/>
          </a:xfrm>
          <a:prstGeom prst="rect">
            <a:avLst/>
          </a:prstGeom>
        </p:spPr>
        <p:txBody>
          <a:bodyPr wrap="square" lIns="0" tIns="0" rIns="0" bIns="0">
            <a:spAutoFit/>
          </a:bodyPr>
          <a:lstStyle>
            <a:lvl1pPr>
              <a:defRPr sz="4750" b="1" i="0">
                <a:solidFill>
                  <a:schemeClr val="tx1"/>
                </a:solidFill>
                <a:latin typeface="PT Sans"/>
                <a:cs typeface="PT Sans"/>
              </a:defRPr>
            </a:lvl1pPr>
          </a:lstStyle>
          <a:p>
            <a:endParaRPr dirty="0"/>
          </a:p>
        </p:txBody>
      </p:sp>
      <p:sp>
        <p:nvSpPr>
          <p:cNvPr id="3" name="Holder 3"/>
          <p:cNvSpPr>
            <a:spLocks noGrp="1"/>
          </p:cNvSpPr>
          <p:nvPr>
            <p:ph type="body" idx="1"/>
          </p:nvPr>
        </p:nvSpPr>
        <p:spPr>
          <a:xfrm>
            <a:off x="5120608" y="1908483"/>
            <a:ext cx="6514517" cy="276999"/>
          </a:xfrm>
          <a:prstGeom prst="rect">
            <a:avLst/>
          </a:prstGeom>
        </p:spPr>
        <p:txBody>
          <a:bodyPr wrap="square" lIns="0" tIns="0" rIns="0" bIns="0">
            <a:spAutoFit/>
          </a:bodyPr>
          <a:lstStyle>
            <a:lvl1pPr>
              <a:defRPr b="0" i="0">
                <a:solidFill>
                  <a:schemeClr val="tx1"/>
                </a:solidFill>
              </a:defRPr>
            </a:lvl1pPr>
          </a:lstStyle>
          <a:p>
            <a:endParaRPr dirty="0"/>
          </a:p>
        </p:txBody>
      </p:sp>
      <p:sp>
        <p:nvSpPr>
          <p:cNvPr id="4" name="Holder 4"/>
          <p:cNvSpPr>
            <a:spLocks noGrp="1"/>
          </p:cNvSpPr>
          <p:nvPr>
            <p:ph type="ftr" sz="quarter" idx="5"/>
          </p:nvPr>
        </p:nvSpPr>
        <p:spPr>
          <a:xfrm>
            <a:off x="10201802" y="6296230"/>
            <a:ext cx="483611" cy="102592"/>
          </a:xfrm>
          <a:prstGeom prst="rect">
            <a:avLst/>
          </a:prstGeom>
        </p:spPr>
        <p:txBody>
          <a:bodyPr wrap="square" lIns="0" tIns="0" rIns="0" bIns="0">
            <a:spAutoFit/>
          </a:bodyPr>
          <a:lstStyle>
            <a:lvl1pPr>
              <a:defRPr sz="700" b="0" i="0">
                <a:solidFill>
                  <a:schemeClr val="tx1"/>
                </a:solidFill>
                <a:latin typeface="Calibri" panose="020F0502020204030204"/>
                <a:cs typeface="Calibri" panose="020F0502020204030204"/>
              </a:defRPr>
            </a:lvl1pPr>
          </a:lstStyle>
          <a:p>
            <a:pPr marL="7620">
              <a:lnSpc>
                <a:spcPts val="770"/>
              </a:lnSpc>
            </a:pPr>
            <a:r>
              <a:rPr lang="en-IN" spc="3"/>
              <a:t>Confidential</a:t>
            </a:r>
            <a:endParaRPr lang="en-IN" spc="3" dirty="0"/>
          </a:p>
        </p:txBody>
      </p:sp>
      <p:sp>
        <p:nvSpPr>
          <p:cNvPr id="5" name="Holder 5"/>
          <p:cNvSpPr>
            <a:spLocks noGrp="1"/>
          </p:cNvSpPr>
          <p:nvPr>
            <p:ph type="dt" sz="half" idx="6"/>
          </p:nvPr>
        </p:nvSpPr>
        <p:spPr>
          <a:xfrm>
            <a:off x="309758" y="6296230"/>
            <a:ext cx="1594457" cy="102592"/>
          </a:xfrm>
          <a:prstGeom prst="rect">
            <a:avLst/>
          </a:prstGeom>
        </p:spPr>
        <p:txBody>
          <a:bodyPr wrap="square" lIns="0" tIns="0" rIns="0" bIns="0">
            <a:spAutoFit/>
          </a:bodyPr>
          <a:lstStyle>
            <a:lvl1pPr>
              <a:defRPr sz="700" b="0" i="0">
                <a:solidFill>
                  <a:schemeClr val="tx1"/>
                </a:solidFill>
                <a:latin typeface="Calibri" panose="020F0502020204030204"/>
                <a:cs typeface="Calibri" panose="020F0502020204030204"/>
              </a:defRPr>
            </a:lvl1pPr>
          </a:lstStyle>
          <a:p>
            <a:pPr marL="7620">
              <a:lnSpc>
                <a:spcPts val="770"/>
              </a:lnSpc>
            </a:pPr>
            <a:r>
              <a:rPr lang="en-IN" spc="6"/>
              <a:t>Copyright</a:t>
            </a:r>
            <a:r>
              <a:rPr lang="en-IN" spc="-3"/>
              <a:t> </a:t>
            </a:r>
            <a:r>
              <a:rPr lang="en-IN" spc="18"/>
              <a:t>©</a:t>
            </a:r>
            <a:r>
              <a:rPr lang="en-IN"/>
              <a:t> </a:t>
            </a:r>
            <a:r>
              <a:rPr lang="en-IN" spc="9"/>
              <a:t>2021,</a:t>
            </a:r>
            <a:r>
              <a:rPr lang="en-IN"/>
              <a:t> </a:t>
            </a:r>
            <a:r>
              <a:rPr lang="en-IN" spc="6"/>
              <a:t>Pennant</a:t>
            </a:r>
            <a:r>
              <a:rPr lang="en-IN" spc="-3"/>
              <a:t> </a:t>
            </a:r>
            <a:r>
              <a:rPr lang="en-IN" spc="3"/>
              <a:t>Technologies</a:t>
            </a:r>
            <a:endParaRPr lang="en-IN" spc="3" dirty="0"/>
          </a:p>
        </p:txBody>
      </p:sp>
      <p:sp>
        <p:nvSpPr>
          <p:cNvPr id="6" name="Holder 6"/>
          <p:cNvSpPr>
            <a:spLocks noGrp="1"/>
          </p:cNvSpPr>
          <p:nvPr>
            <p:ph type="sldNum" sz="quarter" idx="7"/>
          </p:nvPr>
        </p:nvSpPr>
        <p:spPr>
          <a:xfrm>
            <a:off x="8777098" y="6379417"/>
            <a:ext cx="2803795" cy="169277"/>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rPr/>
              <a:t>‹#›</a:t>
            </a:fld>
            <a:endParaRPr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defRPr>
          <a:latin typeface="+mj-lt"/>
          <a:ea typeface="+mj-ea"/>
          <a:cs typeface="+mj-cs"/>
        </a:defRPr>
      </a:lvl1pPr>
    </p:titleStyle>
    <p:bodyStyle>
      <a:lvl1pPr marL="0">
        <a:defRPr>
          <a:latin typeface="+mn-lt"/>
          <a:ea typeface="+mn-ea"/>
          <a:cs typeface="+mn-cs"/>
        </a:defRPr>
      </a:lvl1pPr>
      <a:lvl2pPr marL="277495">
        <a:defRPr>
          <a:latin typeface="+mn-lt"/>
          <a:ea typeface="+mn-ea"/>
          <a:cs typeface="+mn-cs"/>
        </a:defRPr>
      </a:lvl2pPr>
      <a:lvl3pPr marL="554355">
        <a:defRPr>
          <a:latin typeface="+mn-lt"/>
          <a:ea typeface="+mn-ea"/>
          <a:cs typeface="+mn-cs"/>
        </a:defRPr>
      </a:lvl3pPr>
      <a:lvl4pPr marL="831850">
        <a:defRPr>
          <a:latin typeface="+mn-lt"/>
          <a:ea typeface="+mn-ea"/>
          <a:cs typeface="+mn-cs"/>
        </a:defRPr>
      </a:lvl4pPr>
      <a:lvl5pPr marL="1108710">
        <a:defRPr>
          <a:latin typeface="+mn-lt"/>
          <a:ea typeface="+mn-ea"/>
          <a:cs typeface="+mn-cs"/>
        </a:defRPr>
      </a:lvl5pPr>
      <a:lvl6pPr marL="1386205">
        <a:defRPr>
          <a:latin typeface="+mn-lt"/>
          <a:ea typeface="+mn-ea"/>
          <a:cs typeface="+mn-cs"/>
        </a:defRPr>
      </a:lvl6pPr>
      <a:lvl7pPr marL="1663700">
        <a:defRPr>
          <a:latin typeface="+mn-lt"/>
          <a:ea typeface="+mn-ea"/>
          <a:cs typeface="+mn-cs"/>
        </a:defRPr>
      </a:lvl7pPr>
      <a:lvl8pPr marL="1940560">
        <a:defRPr>
          <a:latin typeface="+mn-lt"/>
          <a:ea typeface="+mn-ea"/>
          <a:cs typeface="+mn-cs"/>
        </a:defRPr>
      </a:lvl8pPr>
      <a:lvl9pPr marL="2218055">
        <a:defRPr>
          <a:latin typeface="+mn-lt"/>
          <a:ea typeface="+mn-ea"/>
          <a:cs typeface="+mn-cs"/>
        </a:defRPr>
      </a:lvl9pPr>
    </p:bodyStyle>
    <p:otherStyle>
      <a:lvl1pPr marL="0">
        <a:defRPr>
          <a:latin typeface="+mn-lt"/>
          <a:ea typeface="+mn-ea"/>
          <a:cs typeface="+mn-cs"/>
        </a:defRPr>
      </a:lvl1pPr>
      <a:lvl2pPr marL="277495">
        <a:defRPr>
          <a:latin typeface="+mn-lt"/>
          <a:ea typeface="+mn-ea"/>
          <a:cs typeface="+mn-cs"/>
        </a:defRPr>
      </a:lvl2pPr>
      <a:lvl3pPr marL="554355">
        <a:defRPr>
          <a:latin typeface="+mn-lt"/>
          <a:ea typeface="+mn-ea"/>
          <a:cs typeface="+mn-cs"/>
        </a:defRPr>
      </a:lvl3pPr>
      <a:lvl4pPr marL="831850">
        <a:defRPr>
          <a:latin typeface="+mn-lt"/>
          <a:ea typeface="+mn-ea"/>
          <a:cs typeface="+mn-cs"/>
        </a:defRPr>
      </a:lvl4pPr>
      <a:lvl5pPr marL="1108710">
        <a:defRPr>
          <a:latin typeface="+mn-lt"/>
          <a:ea typeface="+mn-ea"/>
          <a:cs typeface="+mn-cs"/>
        </a:defRPr>
      </a:lvl5pPr>
      <a:lvl6pPr marL="1386205">
        <a:defRPr>
          <a:latin typeface="+mn-lt"/>
          <a:ea typeface="+mn-ea"/>
          <a:cs typeface="+mn-cs"/>
        </a:defRPr>
      </a:lvl6pPr>
      <a:lvl7pPr marL="1663700">
        <a:defRPr>
          <a:latin typeface="+mn-lt"/>
          <a:ea typeface="+mn-ea"/>
          <a:cs typeface="+mn-cs"/>
        </a:defRPr>
      </a:lvl7pPr>
      <a:lvl8pPr marL="1940560">
        <a:defRPr>
          <a:latin typeface="+mn-lt"/>
          <a:ea typeface="+mn-ea"/>
          <a:cs typeface="+mn-cs"/>
        </a:defRPr>
      </a:lvl8pPr>
      <a:lvl9pPr marL="2218055">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hyperlink" Target="mailto:info@pennanttech.com"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0" y="9670"/>
            <a:ext cx="12190413" cy="6855536"/>
          </a:xfrm>
          <a:prstGeom prst="rect">
            <a:avLst/>
          </a:prstGeom>
          <a:noFill/>
          <a:extLst>
            <a:ext uri="{909E8E84-426E-40DD-AFC4-6F175D3DCCD1}">
              <a14:hiddenFill xmlns:a14="http://schemas.microsoft.com/office/drawing/2010/main">
                <a:solidFill>
                  <a:srgbClr val="FFFFFF"/>
                </a:solidFill>
              </a14:hiddenFill>
            </a:ext>
          </a:extLst>
        </p:spPr>
      </p:pic>
      <p:sp>
        <p:nvSpPr>
          <p:cNvPr id="3" name="object 105"/>
          <p:cNvSpPr txBox="1">
            <a:spLocks noGrp="1"/>
          </p:cNvSpPr>
          <p:nvPr>
            <p:ph type="dt" sz="half" idx="6"/>
          </p:nvPr>
        </p:nvSpPr>
        <p:spPr>
          <a:xfrm>
            <a:off x="309758" y="6296230"/>
            <a:ext cx="1594457" cy="102592"/>
          </a:xfrm>
          <a:prstGeom prst="rect">
            <a:avLst/>
          </a:prstGeom>
        </p:spPr>
        <p:txBody>
          <a:bodyPr vert="horz" wrap="square" lIns="0" tIns="0" rIns="0" bIns="0" rtlCol="0">
            <a:spAutoFit/>
          </a:bodyPr>
          <a:lstStyle/>
          <a:p>
            <a:pPr marL="7620">
              <a:lnSpc>
                <a:spcPts val="770"/>
              </a:lnSpc>
            </a:pPr>
            <a:r>
              <a:rPr spc="6" dirty="0"/>
              <a:t>Copyright</a:t>
            </a:r>
            <a:r>
              <a:rPr spc="-3" dirty="0"/>
              <a:t> </a:t>
            </a:r>
            <a:r>
              <a:rPr spc="18" dirty="0"/>
              <a:t>©</a:t>
            </a:r>
            <a:r>
              <a:rPr dirty="0"/>
              <a:t> </a:t>
            </a:r>
            <a:r>
              <a:rPr spc="9" dirty="0"/>
              <a:t>202</a:t>
            </a:r>
            <a:r>
              <a:rPr lang="en-IN" spc="9" dirty="0"/>
              <a:t>2</a:t>
            </a:r>
            <a:r>
              <a:rPr spc="9" dirty="0"/>
              <a:t>,</a:t>
            </a:r>
            <a:r>
              <a:rPr dirty="0"/>
              <a:t> </a:t>
            </a:r>
            <a:r>
              <a:rPr spc="6" dirty="0"/>
              <a:t>Pennant</a:t>
            </a:r>
            <a:r>
              <a:rPr spc="-3" dirty="0"/>
              <a:t> </a:t>
            </a:r>
            <a:r>
              <a:rPr spc="3" dirty="0"/>
              <a:t>Technologies</a:t>
            </a:r>
          </a:p>
        </p:txBody>
      </p:sp>
      <p:sp>
        <p:nvSpPr>
          <p:cNvPr id="4" name="object 106"/>
          <p:cNvSpPr txBox="1">
            <a:spLocks noGrp="1"/>
          </p:cNvSpPr>
          <p:nvPr>
            <p:ph type="ftr" sz="quarter" idx="5"/>
          </p:nvPr>
        </p:nvSpPr>
        <p:spPr>
          <a:xfrm>
            <a:off x="11223959" y="6296230"/>
            <a:ext cx="483611" cy="102592"/>
          </a:xfrm>
          <a:prstGeom prst="rect">
            <a:avLst/>
          </a:prstGeom>
        </p:spPr>
        <p:txBody>
          <a:bodyPr vert="horz" wrap="square" lIns="0" tIns="0" rIns="0" bIns="0" rtlCol="0">
            <a:spAutoFit/>
          </a:bodyPr>
          <a:lstStyle/>
          <a:p>
            <a:pPr marL="7620">
              <a:lnSpc>
                <a:spcPts val="770"/>
              </a:lnSpc>
            </a:pPr>
            <a:r>
              <a:rPr spc="3" dirty="0"/>
              <a:t>Confidential</a:t>
            </a:r>
          </a:p>
        </p:txBody>
      </p:sp>
      <p:sp>
        <p:nvSpPr>
          <p:cNvPr id="5" name="TextBox 4"/>
          <p:cNvSpPr txBox="1"/>
          <p:nvPr/>
        </p:nvSpPr>
        <p:spPr>
          <a:xfrm>
            <a:off x="5257006" y="2604516"/>
            <a:ext cx="6673393" cy="548434"/>
          </a:xfrm>
          <a:prstGeom prst="rect">
            <a:avLst/>
          </a:prstGeom>
          <a:noFill/>
        </p:spPr>
        <p:txBody>
          <a:bodyPr wrap="none" lIns="55449" tIns="27725" rIns="55449" bIns="27725" rtlCol="0">
            <a:spAutoFit/>
          </a:bodyPr>
          <a:lstStyle/>
          <a:p>
            <a:pPr lvl="0"/>
            <a:r>
              <a:rPr lang="en-GB" sz="3200" b="1" i="1" dirty="0">
                <a:solidFill>
                  <a:schemeClr val="accent2">
                    <a:lumMod val="75000"/>
                  </a:schemeClr>
                </a:solidFill>
                <a:latin typeface="+mj-lt"/>
                <a:ea typeface="Open Sans" pitchFamily="34" charset="0"/>
                <a:cs typeface="Calibri Light" panose="020F0302020204030204" pitchFamily="34" charset="0"/>
              </a:rPr>
              <a:t>Human Resource Management System</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246540" y="1737682"/>
            <a:ext cx="3420000" cy="540000"/>
          </a:xfrm>
          <a:prstGeom prst="rect">
            <a:avLst/>
          </a:prstGeom>
          <a:noFill/>
        </p:spPr>
        <p:txBody>
          <a:bodyPr wrap="square" rtlCol="0" anchor="ctr" anchorCtr="0">
            <a:noAutofit/>
          </a:bodyPr>
          <a:lstStyle/>
          <a:p>
            <a:r>
              <a:rPr lang="en-IN" sz="1800" dirty="0">
                <a:latin typeface="+mj-lt"/>
              </a:rPr>
              <a:t>Project Overview</a:t>
            </a:r>
          </a:p>
        </p:txBody>
      </p:sp>
      <p:sp>
        <p:nvSpPr>
          <p:cNvPr id="3" name="Oval 2"/>
          <p:cNvSpPr/>
          <p:nvPr/>
        </p:nvSpPr>
        <p:spPr>
          <a:xfrm>
            <a:off x="6598468" y="1737682"/>
            <a:ext cx="540000" cy="540000"/>
          </a:xfrm>
          <a:prstGeom prst="ellipse">
            <a:avLst/>
          </a:prstGeom>
          <a:solidFill>
            <a:srgbClr val="FF62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bg1"/>
                </a:solidFill>
                <a:latin typeface="+mj-lt"/>
                <a:cs typeface="Calibri Light" panose="020F0302020204030204" pitchFamily="34" charset="0"/>
              </a:rPr>
              <a:t>1</a:t>
            </a:r>
          </a:p>
        </p:txBody>
      </p:sp>
      <p:sp>
        <p:nvSpPr>
          <p:cNvPr id="4" name="Oval 3"/>
          <p:cNvSpPr/>
          <p:nvPr/>
        </p:nvSpPr>
        <p:spPr>
          <a:xfrm>
            <a:off x="6598468" y="2420888"/>
            <a:ext cx="540000" cy="5400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bg1"/>
                </a:solidFill>
                <a:latin typeface="+mj-lt"/>
                <a:cs typeface="Calibri Light" panose="020F0302020204030204" pitchFamily="34" charset="0"/>
              </a:rPr>
              <a:t>2</a:t>
            </a:r>
          </a:p>
        </p:txBody>
      </p:sp>
      <p:sp>
        <p:nvSpPr>
          <p:cNvPr id="5" name="Oval 4"/>
          <p:cNvSpPr/>
          <p:nvPr/>
        </p:nvSpPr>
        <p:spPr>
          <a:xfrm>
            <a:off x="6598468" y="3110672"/>
            <a:ext cx="540000" cy="5400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bg1"/>
                </a:solidFill>
                <a:latin typeface="+mj-lt"/>
                <a:cs typeface="Calibri Light" panose="020F0302020204030204" pitchFamily="34" charset="0"/>
              </a:rPr>
              <a:t>3</a:t>
            </a:r>
          </a:p>
        </p:txBody>
      </p:sp>
      <p:sp>
        <p:nvSpPr>
          <p:cNvPr id="6" name="Rectangle 5"/>
          <p:cNvSpPr/>
          <p:nvPr/>
        </p:nvSpPr>
        <p:spPr>
          <a:xfrm>
            <a:off x="7246540" y="2420888"/>
            <a:ext cx="4643656" cy="540000"/>
          </a:xfrm>
          <a:prstGeom prst="rect">
            <a:avLst/>
          </a:prstGeom>
        </p:spPr>
        <p:txBody>
          <a:bodyPr wrap="square" anchor="ctr" anchorCtr="0">
            <a:noAutofit/>
          </a:bodyPr>
          <a:lstStyle/>
          <a:p>
            <a:r>
              <a:rPr lang="en-IN" sz="1800" dirty="0">
                <a:latin typeface="+mj-lt"/>
              </a:rPr>
              <a:t>Project Planning, Execution &amp; Demonstration</a:t>
            </a:r>
          </a:p>
        </p:txBody>
      </p:sp>
      <p:sp>
        <p:nvSpPr>
          <p:cNvPr id="7" name="Rectangle 6"/>
          <p:cNvSpPr/>
          <p:nvPr/>
        </p:nvSpPr>
        <p:spPr>
          <a:xfrm>
            <a:off x="7246540" y="3110672"/>
            <a:ext cx="3420000" cy="540000"/>
          </a:xfrm>
          <a:prstGeom prst="rect">
            <a:avLst/>
          </a:prstGeom>
        </p:spPr>
        <p:txBody>
          <a:bodyPr wrap="square" anchor="ctr" anchorCtr="0">
            <a:noAutofit/>
          </a:bodyPr>
          <a:lstStyle/>
          <a:p>
            <a:r>
              <a:rPr lang="en-IN" sz="1800" dirty="0">
                <a:latin typeface="+mj-lt"/>
              </a:rPr>
              <a:t>Project Closure</a:t>
            </a:r>
          </a:p>
        </p:txBody>
      </p:sp>
      <p:cxnSp>
        <p:nvCxnSpPr>
          <p:cNvPr id="8" name="Straight Connector 7"/>
          <p:cNvCxnSpPr/>
          <p:nvPr/>
        </p:nvCxnSpPr>
        <p:spPr>
          <a:xfrm>
            <a:off x="6814972" y="2277682"/>
            <a:ext cx="4644000" cy="0"/>
          </a:xfrm>
          <a:prstGeom prst="line">
            <a:avLst/>
          </a:prstGeom>
          <a:ln>
            <a:solidFill>
              <a:srgbClr val="FF6200"/>
            </a:solidFill>
            <a:prstDash val="sysDot"/>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6814972" y="2960888"/>
            <a:ext cx="4644000" cy="0"/>
          </a:xfrm>
          <a:prstGeom prst="line">
            <a:avLst/>
          </a:prstGeom>
          <a:ln>
            <a:solidFill>
              <a:schemeClr val="accent5"/>
            </a:solidFill>
            <a:prstDash val="sysDot"/>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6814972" y="3650672"/>
            <a:ext cx="4644000" cy="0"/>
          </a:xfrm>
          <a:prstGeom prst="line">
            <a:avLst/>
          </a:prstGeom>
          <a:ln>
            <a:solidFill>
              <a:schemeClr val="accent1"/>
            </a:solidFill>
            <a:prstDash val="sysDot"/>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1162864" y="229394"/>
            <a:ext cx="6588000" cy="468000"/>
          </a:xfrm>
          <a:prstGeom prst="rect">
            <a:avLst/>
          </a:prstGeom>
        </p:spPr>
        <p:txBody>
          <a:bodyPr anchor="ctr" anchorCtr="0"/>
          <a:lstStyle>
            <a:lvl1pPr>
              <a:defRPr>
                <a:latin typeface="+mj-lt"/>
                <a:ea typeface="+mj-ea"/>
                <a:cs typeface="+mj-cs"/>
              </a:defRPr>
            </a:lvl1pPr>
          </a:lstStyle>
          <a:p>
            <a:pPr defTabSz="914400"/>
            <a:r>
              <a:rPr lang="en-IN" sz="1800" b="1" kern="0" dirty="0">
                <a:solidFill>
                  <a:sysClr val="windowText" lastClr="000000"/>
                </a:solidFill>
              </a:rPr>
              <a:t>Project Highlights	</a:t>
            </a:r>
          </a:p>
        </p:txBody>
      </p:sp>
      <p:sp>
        <p:nvSpPr>
          <p:cNvPr id="3" name="Rectangle 2"/>
          <p:cNvSpPr/>
          <p:nvPr/>
        </p:nvSpPr>
        <p:spPr>
          <a:xfrm>
            <a:off x="261764" y="1268760"/>
            <a:ext cx="8064896" cy="4904234"/>
          </a:xfrm>
          <a:prstGeom prst="rect">
            <a:avLst/>
          </a:prstGeom>
          <a:ln>
            <a:solidFill>
              <a:schemeClr val="accent6"/>
            </a:solidFill>
          </a:ln>
        </p:spPr>
        <p:style>
          <a:lnRef idx="0">
            <a:scrgbClr r="0" g="0" b="0"/>
          </a:lnRef>
          <a:fillRef idx="0">
            <a:scrgbClr r="0" g="0" b="0"/>
          </a:fillRef>
          <a:effectRef idx="0">
            <a:scrgbClr r="0" g="0" b="0"/>
          </a:effectRef>
          <a:fontRef idx="minor">
            <a:schemeClr val="lt1"/>
          </a:fontRef>
        </p:style>
        <p:txBody>
          <a:bodyPr spcFirstLastPara="0" vert="horz" wrap="square" lIns="125730" tIns="125730" rIns="125730" bIns="125730" numCol="1" spcCol="1270" rtlCol="0" anchor="t" anchorCtr="0">
            <a:noAutofit/>
          </a:bodyPr>
          <a:lstStyle/>
          <a:p>
            <a:pPr algn="just" defTabSz="666750">
              <a:spcBef>
                <a:spcPct val="0"/>
              </a:spcBef>
              <a:spcAft>
                <a:spcPts val="300"/>
              </a:spcAft>
            </a:pPr>
            <a:endParaRPr lang="en-IN" sz="1600" b="1" dirty="0">
              <a:solidFill>
                <a:schemeClr val="tx1"/>
              </a:solidFill>
            </a:endParaRPr>
          </a:p>
          <a:p>
            <a:pPr algn="just" defTabSz="666750">
              <a:spcBef>
                <a:spcPct val="0"/>
              </a:spcBef>
              <a:spcAft>
                <a:spcPts val="300"/>
              </a:spcAft>
            </a:pPr>
            <a:endParaRPr lang="en-IN" sz="1600" b="1" dirty="0">
              <a:solidFill>
                <a:schemeClr val="tx1"/>
              </a:solidFill>
            </a:endParaRPr>
          </a:p>
          <a:p>
            <a:pPr algn="just" defTabSz="666750">
              <a:spcBef>
                <a:spcPct val="0"/>
              </a:spcBef>
              <a:spcAft>
                <a:spcPts val="300"/>
              </a:spcAft>
            </a:pPr>
            <a:r>
              <a:rPr lang="en-IN" sz="1600" b="1" dirty="0">
                <a:solidFill>
                  <a:schemeClr val="tx1"/>
                </a:solidFill>
              </a:rPr>
              <a:t>Project Overview:</a:t>
            </a:r>
            <a:endParaRPr lang="en-US" sz="1600" b="0" i="0" dirty="0">
              <a:solidFill>
                <a:srgbClr val="374151"/>
              </a:solidFill>
              <a:effectLst/>
            </a:endParaRPr>
          </a:p>
          <a:p>
            <a:pPr indent="0" algn="just">
              <a:buFont typeface="Arial" panose="020B0604020202020204" pitchFamily="34" charset="0"/>
              <a:buNone/>
            </a:pPr>
            <a:endParaRPr lang="en-US" sz="1600" b="0" i="0" dirty="0">
              <a:solidFill>
                <a:srgbClr val="374151"/>
              </a:solidFill>
              <a:effectLst/>
            </a:endParaRPr>
          </a:p>
          <a:p>
            <a:pPr indent="0" algn="just">
              <a:buFont typeface="Arial" panose="020B0604020202020204" pitchFamily="34" charset="0"/>
              <a:buNone/>
            </a:pPr>
            <a:endParaRPr lang="en-US" sz="1600" b="0" i="0" dirty="0">
              <a:solidFill>
                <a:srgbClr val="374151"/>
              </a:solidFill>
              <a:effectLst/>
            </a:endParaRPr>
          </a:p>
          <a:p>
            <a:pPr indent="0" algn="just">
              <a:buFont typeface="Arial" panose="020B0604020202020204" pitchFamily="34" charset="0"/>
              <a:buNone/>
            </a:pPr>
            <a:r>
              <a:rPr lang="en-US" sz="1600" b="0" i="0" dirty="0">
                <a:solidFill>
                  <a:srgbClr val="374151"/>
                </a:solidFill>
                <a:effectLst/>
              </a:rPr>
              <a:t>A human resource management system (HRMS) is a software application designed to centralize employee information and support various human resource functions.Key functionalities of an HRMS include employee onboarding, induction, attendance and absence management, payroll, and more.The HR department is responsible for employee </a:t>
            </a:r>
            <a:r>
              <a:rPr lang="en-IN" altLang="en-US" sz="1600" b="0" i="0" dirty="0">
                <a:solidFill>
                  <a:srgbClr val="374151"/>
                </a:solidFill>
                <a:effectLst/>
              </a:rPr>
              <a:t>onboarding</a:t>
            </a:r>
            <a:r>
              <a:rPr lang="en-US" sz="1600" b="0" i="0" dirty="0">
                <a:solidFill>
                  <a:srgbClr val="374151"/>
                </a:solidFill>
                <a:effectLst/>
              </a:rPr>
              <a:t>, time management, payroll, and other employee management processes.However, manually handling these tasks for a large organization can be challenging. An automated HRMS simplifies the HR department's work by streamlining employee recruitment, time scheduling, and salary slip creation.</a:t>
            </a:r>
          </a:p>
          <a:p>
            <a:pPr indent="0" algn="just">
              <a:buFont typeface="Arial" panose="020B0604020202020204" pitchFamily="34" charset="0"/>
              <a:buNone/>
            </a:pPr>
            <a:endParaRPr lang="en-IN" sz="1600" b="1" dirty="0">
              <a:solidFill>
                <a:schemeClr val="tx1"/>
              </a:solidFill>
              <a:ea typeface="Times New Roman" panose="02020603050405020304"/>
              <a:cs typeface="Open Sans"/>
            </a:endParaRPr>
          </a:p>
          <a:p>
            <a:pPr algn="just" defTabSz="666750">
              <a:spcBef>
                <a:spcPct val="0"/>
              </a:spcBef>
              <a:spcAft>
                <a:spcPts val="300"/>
              </a:spcAft>
            </a:pPr>
            <a:endParaRPr lang="en-IN" sz="1600" b="1" dirty="0">
              <a:solidFill>
                <a:schemeClr val="tx1"/>
              </a:solidFill>
              <a:ea typeface="Times New Roman" panose="02020603050405020304"/>
              <a:cs typeface="Open Sans"/>
            </a:endParaRPr>
          </a:p>
          <a:p>
            <a:pPr algn="just" defTabSz="666750">
              <a:spcBef>
                <a:spcPct val="0"/>
              </a:spcBef>
              <a:spcAft>
                <a:spcPts val="300"/>
              </a:spcAft>
            </a:pPr>
            <a:endParaRPr lang="en-IN" sz="1600" b="1" dirty="0">
              <a:solidFill>
                <a:schemeClr val="tx1"/>
              </a:solidFill>
              <a:ea typeface="Times New Roman" panose="02020603050405020304"/>
              <a:cs typeface="Open Sans"/>
            </a:endParaRPr>
          </a:p>
          <a:p>
            <a:pPr algn="just" defTabSz="666750">
              <a:spcBef>
                <a:spcPct val="0"/>
              </a:spcBef>
              <a:spcAft>
                <a:spcPts val="300"/>
              </a:spcAft>
            </a:pPr>
            <a:endParaRPr lang="en-IN" sz="1600" b="1" dirty="0">
              <a:solidFill>
                <a:schemeClr val="tx1"/>
              </a:solidFill>
              <a:ea typeface="Times New Roman" panose="02020603050405020304"/>
              <a:cs typeface="Open Sans"/>
            </a:endParaRPr>
          </a:p>
          <a:p>
            <a:pPr algn="just" defTabSz="666750">
              <a:spcBef>
                <a:spcPct val="0"/>
              </a:spcBef>
              <a:spcAft>
                <a:spcPts val="300"/>
              </a:spcAft>
            </a:pPr>
            <a:endParaRPr lang="en-IN" sz="1600" b="1" dirty="0">
              <a:solidFill>
                <a:schemeClr val="tx1"/>
              </a:solidFill>
              <a:ea typeface="Times New Roman" panose="02020603050405020304"/>
              <a:cs typeface="Open Sans"/>
            </a:endParaRPr>
          </a:p>
        </p:txBody>
      </p:sp>
      <p:sp>
        <p:nvSpPr>
          <p:cNvPr id="4" name="Rectangle 3"/>
          <p:cNvSpPr/>
          <p:nvPr/>
        </p:nvSpPr>
        <p:spPr>
          <a:xfrm>
            <a:off x="8470676" y="1268760"/>
            <a:ext cx="3384376" cy="4904234"/>
          </a:xfrm>
          <a:prstGeom prst="rect">
            <a:avLst/>
          </a:prstGeom>
          <a:ln>
            <a:solidFill>
              <a:schemeClr val="accent6"/>
            </a:solidFill>
          </a:ln>
        </p:spPr>
        <p:style>
          <a:lnRef idx="0">
            <a:scrgbClr r="0" g="0" b="0"/>
          </a:lnRef>
          <a:fillRef idx="0">
            <a:scrgbClr r="0" g="0" b="0"/>
          </a:fillRef>
          <a:effectRef idx="0">
            <a:scrgbClr r="0" g="0" b="0"/>
          </a:effectRef>
          <a:fontRef idx="minor">
            <a:schemeClr val="lt1"/>
          </a:fontRef>
        </p:style>
        <p:txBody>
          <a:bodyPr spcFirstLastPara="0" vert="horz" wrap="square" lIns="125730" tIns="125730" rIns="125730" bIns="125730" numCol="1" spcCol="1270" rtlCol="0" anchor="t" anchorCtr="0">
            <a:noAutofit/>
          </a:bodyPr>
          <a:lstStyle/>
          <a:p>
            <a:pPr algn="ctr" defTabSz="666750">
              <a:lnSpc>
                <a:spcPct val="114000"/>
              </a:lnSpc>
              <a:spcBef>
                <a:spcPct val="0"/>
              </a:spcBef>
              <a:spcAft>
                <a:spcPts val="300"/>
              </a:spcAft>
            </a:pPr>
            <a:r>
              <a:rPr lang="en-IN" sz="1600" b="1" dirty="0">
                <a:solidFill>
                  <a:schemeClr val="tx1"/>
                </a:solidFill>
              </a:rPr>
              <a:t>Project Team </a:t>
            </a:r>
          </a:p>
          <a:p>
            <a:pPr algn="just" defTabSz="666750">
              <a:lnSpc>
                <a:spcPct val="114000"/>
              </a:lnSpc>
              <a:spcBef>
                <a:spcPct val="0"/>
              </a:spcBef>
              <a:spcAft>
                <a:spcPts val="300"/>
              </a:spcAft>
            </a:pPr>
            <a:r>
              <a:rPr lang="en-IN" sz="1600" b="1" dirty="0">
                <a:solidFill>
                  <a:schemeClr val="tx1"/>
                </a:solidFill>
                <a:latin typeface="+mj-lt"/>
                <a:ea typeface="Times New Roman" panose="02020603050405020304"/>
                <a:cs typeface="Open Sans"/>
              </a:rPr>
              <a:t>Team leader:</a:t>
            </a:r>
          </a:p>
          <a:p>
            <a:pPr marL="285750" indent="-285750" algn="just" defTabSz="666750">
              <a:lnSpc>
                <a:spcPct val="114000"/>
              </a:lnSpc>
              <a:spcBef>
                <a:spcPct val="0"/>
              </a:spcBef>
              <a:spcAft>
                <a:spcPts val="300"/>
              </a:spcAft>
              <a:buFont typeface="Arial" panose="020B0604020202020204" pitchFamily="34" charset="0"/>
              <a:buChar char="•"/>
            </a:pPr>
            <a:r>
              <a:rPr lang="en-IN" sz="1600" dirty="0">
                <a:solidFill>
                  <a:schemeClr val="tx1"/>
                </a:solidFill>
                <a:ea typeface="Times New Roman" panose="02020603050405020304"/>
                <a:cs typeface="Open Sans"/>
              </a:rPr>
              <a:t>G. Sowjanya</a:t>
            </a:r>
          </a:p>
          <a:p>
            <a:pPr marL="285750" indent="-285750" algn="just" defTabSz="666750">
              <a:lnSpc>
                <a:spcPct val="114000"/>
              </a:lnSpc>
              <a:spcBef>
                <a:spcPct val="0"/>
              </a:spcBef>
              <a:spcAft>
                <a:spcPts val="300"/>
              </a:spcAft>
              <a:buFont typeface="Arial" panose="020B0604020202020204" pitchFamily="34" charset="0"/>
              <a:buChar char="•"/>
            </a:pPr>
            <a:r>
              <a:rPr lang="en-IN" sz="1600" dirty="0">
                <a:solidFill>
                  <a:schemeClr val="tx1"/>
                </a:solidFill>
                <a:ea typeface="Times New Roman" panose="02020603050405020304"/>
                <a:cs typeface="Open Sans"/>
              </a:rPr>
              <a:t>P. Nagaraju</a:t>
            </a:r>
          </a:p>
          <a:p>
            <a:pPr algn="just" defTabSz="666750">
              <a:lnSpc>
                <a:spcPct val="114000"/>
              </a:lnSpc>
              <a:spcBef>
                <a:spcPct val="0"/>
              </a:spcBef>
              <a:spcAft>
                <a:spcPts val="300"/>
              </a:spcAft>
            </a:pPr>
            <a:endParaRPr lang="en-IN" sz="1600" b="1" dirty="0">
              <a:solidFill>
                <a:schemeClr val="tx1"/>
              </a:solidFill>
              <a:latin typeface="+mj-lt"/>
              <a:ea typeface="Times New Roman" panose="02020603050405020304"/>
              <a:cs typeface="Open Sans"/>
            </a:endParaRPr>
          </a:p>
          <a:p>
            <a:pPr algn="just" defTabSz="666750">
              <a:lnSpc>
                <a:spcPct val="114000"/>
              </a:lnSpc>
              <a:spcBef>
                <a:spcPct val="0"/>
              </a:spcBef>
              <a:spcAft>
                <a:spcPts val="300"/>
              </a:spcAft>
            </a:pPr>
            <a:r>
              <a:rPr lang="en-IN" sz="1600" b="1" dirty="0">
                <a:solidFill>
                  <a:schemeClr val="tx1"/>
                </a:solidFill>
                <a:latin typeface="+mj-lt"/>
                <a:ea typeface="Times New Roman" panose="02020603050405020304"/>
                <a:cs typeface="Open Sans"/>
              </a:rPr>
              <a:t>Team Members:</a:t>
            </a:r>
          </a:p>
          <a:p>
            <a:pPr marL="285750" indent="-285750" algn="just" defTabSz="666750">
              <a:lnSpc>
                <a:spcPct val="114000"/>
              </a:lnSpc>
              <a:spcBef>
                <a:spcPct val="0"/>
              </a:spcBef>
              <a:spcAft>
                <a:spcPts val="300"/>
              </a:spcAft>
              <a:buFont typeface="Arial" panose="020B0604020202020204" pitchFamily="34" charset="0"/>
              <a:buChar char="•"/>
            </a:pPr>
            <a:r>
              <a:rPr lang="en-IN" sz="1600" dirty="0">
                <a:solidFill>
                  <a:schemeClr val="tx1"/>
                </a:solidFill>
                <a:ea typeface="Times New Roman" panose="02020603050405020304"/>
                <a:cs typeface="Open Sans"/>
              </a:rPr>
              <a:t>S. Satvika Reddy</a:t>
            </a:r>
          </a:p>
          <a:p>
            <a:pPr marL="285750" indent="-285750" algn="just" defTabSz="666750">
              <a:lnSpc>
                <a:spcPct val="114000"/>
              </a:lnSpc>
              <a:spcBef>
                <a:spcPct val="0"/>
              </a:spcBef>
              <a:spcAft>
                <a:spcPts val="300"/>
              </a:spcAft>
              <a:buFont typeface="Arial" panose="020B0604020202020204" pitchFamily="34" charset="0"/>
              <a:buChar char="•"/>
            </a:pPr>
            <a:r>
              <a:rPr lang="en-IN" sz="1600" dirty="0">
                <a:solidFill>
                  <a:schemeClr val="tx1"/>
                </a:solidFill>
                <a:ea typeface="Times New Roman" panose="02020603050405020304"/>
                <a:cs typeface="Open Sans"/>
              </a:rPr>
              <a:t>P.Bhaskar Akshay</a:t>
            </a:r>
          </a:p>
          <a:p>
            <a:pPr marL="285750" indent="-285750" algn="just" defTabSz="666750">
              <a:lnSpc>
                <a:spcPct val="114000"/>
              </a:lnSpc>
              <a:spcBef>
                <a:spcPct val="0"/>
              </a:spcBef>
              <a:spcAft>
                <a:spcPts val="300"/>
              </a:spcAft>
              <a:buFont typeface="Arial" panose="020B0604020202020204" pitchFamily="34" charset="0"/>
              <a:buChar char="•"/>
            </a:pPr>
            <a:r>
              <a:rPr lang="en-IN" sz="1600" dirty="0">
                <a:solidFill>
                  <a:schemeClr val="tx1"/>
                </a:solidFill>
                <a:ea typeface="Times New Roman" panose="02020603050405020304"/>
                <a:cs typeface="Open Sans"/>
              </a:rPr>
              <a:t>SN. Chandra Sekhar</a:t>
            </a:r>
          </a:p>
          <a:p>
            <a:pPr marL="285750" indent="-285750" algn="just" defTabSz="666750">
              <a:lnSpc>
                <a:spcPct val="114000"/>
              </a:lnSpc>
              <a:spcBef>
                <a:spcPct val="0"/>
              </a:spcBef>
              <a:spcAft>
                <a:spcPts val="300"/>
              </a:spcAft>
              <a:buFont typeface="Arial" panose="020B0604020202020204" pitchFamily="34" charset="0"/>
              <a:buChar char="•"/>
            </a:pPr>
            <a:r>
              <a:rPr lang="en-IN" sz="1600">
                <a:solidFill>
                  <a:schemeClr val="tx1"/>
                </a:solidFill>
                <a:ea typeface="Times New Roman" panose="02020603050405020304"/>
                <a:cs typeface="Open Sans"/>
              </a:rPr>
              <a:t>Sk.Yahud</a:t>
            </a:r>
            <a:r>
              <a:rPr lang="en-IN" sz="1600" dirty="0">
                <a:solidFill>
                  <a:schemeClr val="tx1"/>
                </a:solidFill>
                <a:ea typeface="Times New Roman" panose="02020603050405020304"/>
                <a:cs typeface="Open Sans"/>
              </a:rPr>
              <a:t> Hussain</a:t>
            </a:r>
          </a:p>
          <a:p>
            <a:pPr algn="just" defTabSz="666750">
              <a:lnSpc>
                <a:spcPct val="114000"/>
              </a:lnSpc>
              <a:spcBef>
                <a:spcPct val="0"/>
              </a:spcBef>
              <a:spcAft>
                <a:spcPts val="300"/>
              </a:spcAft>
            </a:pPr>
            <a:endParaRPr lang="en-IN" sz="1600" b="1" dirty="0">
              <a:solidFill>
                <a:schemeClr val="tx1"/>
              </a:solidFill>
              <a:latin typeface="+mj-lt"/>
              <a:ea typeface="Times New Roman" panose="02020603050405020304"/>
              <a:cs typeface="Open Sans"/>
            </a:endParaRPr>
          </a:p>
          <a:p>
            <a:pPr algn="just" defTabSz="666750">
              <a:lnSpc>
                <a:spcPct val="114000"/>
              </a:lnSpc>
              <a:spcBef>
                <a:spcPct val="0"/>
              </a:spcBef>
              <a:spcAft>
                <a:spcPts val="300"/>
              </a:spcAft>
            </a:pPr>
            <a:endParaRPr lang="en-IN" sz="1600" b="1" dirty="0">
              <a:solidFill>
                <a:schemeClr val="tx1"/>
              </a:solidFill>
              <a:latin typeface="+mj-lt"/>
              <a:ea typeface="Times New Roman" panose="02020603050405020304"/>
              <a:cs typeface="Open Sans"/>
            </a:endParaRPr>
          </a:p>
          <a:p>
            <a:pPr algn="just" defTabSz="666750">
              <a:lnSpc>
                <a:spcPct val="114000"/>
              </a:lnSpc>
              <a:spcBef>
                <a:spcPct val="0"/>
              </a:spcBef>
              <a:spcAft>
                <a:spcPts val="300"/>
              </a:spcAft>
            </a:pPr>
            <a:endParaRPr lang="en-IN" sz="1600" b="1" dirty="0">
              <a:solidFill>
                <a:schemeClr val="tx1"/>
              </a:solidFill>
              <a:latin typeface="+mj-lt"/>
              <a:ea typeface="Times New Roman" panose="02020603050405020304"/>
              <a:cs typeface="Open Sans"/>
            </a:endParaRPr>
          </a:p>
          <a:p>
            <a:pPr algn="just" defTabSz="666750">
              <a:lnSpc>
                <a:spcPct val="114000"/>
              </a:lnSpc>
              <a:spcBef>
                <a:spcPct val="0"/>
              </a:spcBef>
              <a:spcAft>
                <a:spcPts val="300"/>
              </a:spcAft>
            </a:pPr>
            <a:endParaRPr lang="en-IN" sz="1600" b="1" dirty="0">
              <a:solidFill>
                <a:schemeClr val="tx1"/>
              </a:solidFill>
              <a:latin typeface="+mj-lt"/>
              <a:ea typeface="Times New Roman" panose="02020603050405020304"/>
              <a:cs typeface="Open Sans"/>
            </a:endParaRPr>
          </a:p>
          <a:p>
            <a:pPr algn="just" defTabSz="666750">
              <a:lnSpc>
                <a:spcPct val="114000"/>
              </a:lnSpc>
              <a:spcBef>
                <a:spcPct val="0"/>
              </a:spcBef>
              <a:spcAft>
                <a:spcPts val="300"/>
              </a:spcAft>
            </a:pPr>
            <a:endParaRPr lang="en-IN" sz="1600" b="1" dirty="0">
              <a:solidFill>
                <a:schemeClr val="tx1"/>
              </a:solidFill>
              <a:latin typeface="+mj-lt"/>
              <a:ea typeface="Times New Roman" panose="02020603050405020304"/>
              <a:cs typeface="Open San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261764" y="1268760"/>
            <a:ext cx="11593288" cy="4896544"/>
          </a:xfrm>
          <a:prstGeom prst="rect">
            <a:avLst/>
          </a:prstGeom>
          <a:ln>
            <a:solidFill>
              <a:schemeClr val="accent6"/>
            </a:solidFill>
          </a:ln>
        </p:spPr>
        <p:style>
          <a:lnRef idx="0">
            <a:scrgbClr r="0" g="0" b="0"/>
          </a:lnRef>
          <a:fillRef idx="0">
            <a:scrgbClr r="0" g="0" b="0"/>
          </a:fillRef>
          <a:effectRef idx="0">
            <a:scrgbClr r="0" g="0" b="0"/>
          </a:effectRef>
          <a:fontRef idx="minor">
            <a:schemeClr val="lt1"/>
          </a:fontRef>
        </p:style>
        <p:txBody>
          <a:bodyPr spcFirstLastPara="0" vert="horz" wrap="square" lIns="125730" tIns="125730" rIns="125730" bIns="125730" numCol="1" spcCol="1270" rtlCol="0" anchor="t" anchorCtr="0">
            <a:noAutofit/>
          </a:bodyPr>
          <a:lstStyle/>
          <a:p>
            <a:pPr algn="just" defTabSz="666750">
              <a:lnSpc>
                <a:spcPct val="114000"/>
              </a:lnSpc>
              <a:spcBef>
                <a:spcPct val="0"/>
              </a:spcBef>
              <a:spcAft>
                <a:spcPts val="300"/>
              </a:spcAft>
            </a:pPr>
            <a:r>
              <a:rPr lang="en-IN" sz="1600" b="1" dirty="0">
                <a:solidFill>
                  <a:schemeClr val="tx1"/>
                </a:solidFill>
              </a:rPr>
              <a:t>Problem statement/ Challenges:</a:t>
            </a:r>
            <a:endParaRPr lang="en-IN" sz="1600" dirty="0">
              <a:solidFill>
                <a:schemeClr val="tx1"/>
              </a:solidFill>
            </a:endParaRPr>
          </a:p>
          <a:p>
            <a:pPr marL="285750" indent="-285750" algn="just" defTabSz="666750">
              <a:lnSpc>
                <a:spcPct val="114000"/>
              </a:lnSpc>
              <a:spcBef>
                <a:spcPct val="0"/>
              </a:spcBef>
              <a:spcAft>
                <a:spcPts val="300"/>
              </a:spcAft>
              <a:buFont typeface="Arial" panose="020B0604020202020204" pitchFamily="34" charset="0"/>
              <a:buChar char="•"/>
            </a:pPr>
            <a:r>
              <a:rPr lang="en-IN" sz="1600" dirty="0">
                <a:solidFill>
                  <a:schemeClr val="tx1"/>
                </a:solidFill>
                <a:sym typeface="+mn-ea"/>
              </a:rPr>
              <a:t>Manual HR processes and paperwork result in inefficiencies and errors.</a:t>
            </a:r>
          </a:p>
          <a:p>
            <a:pPr marL="285750" indent="-285750" algn="just" defTabSz="666750">
              <a:lnSpc>
                <a:spcPct val="114000"/>
              </a:lnSpc>
              <a:spcBef>
                <a:spcPct val="0"/>
              </a:spcBef>
              <a:spcAft>
                <a:spcPts val="300"/>
              </a:spcAft>
              <a:buFont typeface="Arial" panose="020B0604020202020204" pitchFamily="34" charset="0"/>
              <a:buChar char="•"/>
            </a:pPr>
            <a:r>
              <a:rPr lang="en-IN" sz="1600" dirty="0">
                <a:solidFill>
                  <a:schemeClr val="tx1"/>
                </a:solidFill>
                <a:sym typeface="+mn-ea"/>
              </a:rPr>
              <a:t>Difficulty in tracking employee attendance, leaves, and permissions.</a:t>
            </a:r>
            <a:endParaRPr lang="en-IN" sz="1600" dirty="0">
              <a:solidFill>
                <a:schemeClr val="tx1"/>
              </a:solidFill>
            </a:endParaRPr>
          </a:p>
          <a:p>
            <a:pPr marL="285750" indent="-285750" algn="just" defTabSz="666750">
              <a:lnSpc>
                <a:spcPct val="114000"/>
              </a:lnSpc>
              <a:spcBef>
                <a:spcPct val="0"/>
              </a:spcBef>
              <a:spcAft>
                <a:spcPts val="300"/>
              </a:spcAft>
              <a:buFont typeface="Arial" panose="020B0604020202020204" pitchFamily="34" charset="0"/>
              <a:buChar char="•"/>
            </a:pPr>
            <a:r>
              <a:rPr lang="en-IN" sz="1600" dirty="0">
                <a:solidFill>
                  <a:schemeClr val="tx1"/>
                </a:solidFill>
                <a:sym typeface="+mn-ea"/>
              </a:rPr>
              <a:t>Lack of a centralized system for managing employee profiles and documents.</a:t>
            </a:r>
            <a:endParaRPr lang="en-IN" sz="1600" dirty="0">
              <a:solidFill>
                <a:schemeClr val="tx1"/>
              </a:solidFill>
            </a:endParaRPr>
          </a:p>
          <a:p>
            <a:pPr marL="285750" indent="-285750" algn="just" defTabSz="666750">
              <a:lnSpc>
                <a:spcPct val="114000"/>
              </a:lnSpc>
              <a:spcBef>
                <a:spcPct val="0"/>
              </a:spcBef>
              <a:spcAft>
                <a:spcPts val="300"/>
              </a:spcAft>
              <a:buFont typeface="Arial" panose="020B0604020202020204" pitchFamily="34" charset="0"/>
              <a:buChar char="•"/>
            </a:pPr>
            <a:r>
              <a:rPr lang="en-IN" sz="1600" dirty="0">
                <a:solidFill>
                  <a:schemeClr val="tx1"/>
                </a:solidFill>
                <a:sym typeface="+mn-ea"/>
              </a:rPr>
              <a:t>Time-consuming payroll processing.</a:t>
            </a:r>
            <a:endParaRPr lang="en-IN" sz="1600" dirty="0">
              <a:solidFill>
                <a:schemeClr val="tx1"/>
              </a:solidFill>
            </a:endParaRPr>
          </a:p>
          <a:p>
            <a:pPr marL="285750" indent="-285750" algn="just" defTabSz="666750">
              <a:lnSpc>
                <a:spcPct val="114000"/>
              </a:lnSpc>
              <a:spcBef>
                <a:spcPct val="0"/>
              </a:spcBef>
              <a:spcAft>
                <a:spcPts val="300"/>
              </a:spcAft>
              <a:buFont typeface="Arial" panose="020B0604020202020204" pitchFamily="34" charset="0"/>
              <a:buChar char="•"/>
            </a:pPr>
            <a:r>
              <a:rPr lang="en-IN" sz="1600" dirty="0">
                <a:solidFill>
                  <a:schemeClr val="tx1"/>
                </a:solidFill>
                <a:sym typeface="+mn-ea"/>
              </a:rPr>
              <a:t>Limited visibility and control for administrators over HR operations.</a:t>
            </a:r>
          </a:p>
          <a:p>
            <a:pPr marL="285750" indent="-285750" algn="just" defTabSz="666750">
              <a:lnSpc>
                <a:spcPct val="114000"/>
              </a:lnSpc>
              <a:spcBef>
                <a:spcPct val="0"/>
              </a:spcBef>
              <a:spcAft>
                <a:spcPts val="300"/>
              </a:spcAft>
              <a:buFont typeface="Arial" panose="020B0604020202020204" pitchFamily="34" charset="0"/>
              <a:buChar char="•"/>
            </a:pPr>
            <a:endParaRPr lang="en-IN" sz="1400" dirty="0">
              <a:solidFill>
                <a:schemeClr val="tx1"/>
              </a:solidFill>
            </a:endParaRPr>
          </a:p>
          <a:p>
            <a:pPr algn="just" defTabSz="666750">
              <a:lnSpc>
                <a:spcPct val="114000"/>
              </a:lnSpc>
              <a:spcBef>
                <a:spcPct val="0"/>
              </a:spcBef>
              <a:spcAft>
                <a:spcPts val="300"/>
              </a:spcAft>
            </a:pPr>
            <a:r>
              <a:rPr lang="en-IN" sz="1600" b="1" dirty="0">
                <a:solidFill>
                  <a:schemeClr val="tx1"/>
                </a:solidFill>
              </a:rPr>
              <a:t>Project Goals:</a:t>
            </a:r>
            <a:endParaRPr lang="en-IN" sz="1600" b="1" dirty="0">
              <a:solidFill>
                <a:schemeClr val="tx1"/>
              </a:solidFill>
              <a:latin typeface="Open Sans"/>
              <a:ea typeface="Times New Roman" panose="02020603050405020304"/>
              <a:cs typeface="Open Sans"/>
            </a:endParaRPr>
          </a:p>
          <a:p>
            <a:pPr marL="285750" indent="-285750" algn="just" defTabSz="666750">
              <a:lnSpc>
                <a:spcPct val="114000"/>
              </a:lnSpc>
              <a:spcBef>
                <a:spcPct val="0"/>
              </a:spcBef>
              <a:spcAft>
                <a:spcPts val="300"/>
              </a:spcAft>
              <a:buFont typeface="Arial" panose="020B0604020202020204" pitchFamily="34" charset="0"/>
              <a:buChar char="•"/>
            </a:pPr>
            <a:r>
              <a:rPr lang="en-IN" sz="1600" dirty="0">
                <a:solidFill>
                  <a:schemeClr val="tx1"/>
                </a:solidFill>
                <a:latin typeface="+mj-lt"/>
                <a:ea typeface="Times New Roman" panose="02020603050405020304"/>
                <a:cs typeface="+mj-lt"/>
                <a:sym typeface="+mn-ea"/>
              </a:rPr>
              <a:t> Provide a user-friendly interface for employees to manage their attendance, leaves, and permissions.</a:t>
            </a:r>
            <a:endParaRPr lang="en-IN" sz="1600" dirty="0">
              <a:solidFill>
                <a:schemeClr val="tx1"/>
              </a:solidFill>
              <a:latin typeface="+mj-lt"/>
              <a:ea typeface="Times New Roman" panose="02020603050405020304"/>
              <a:cs typeface="+mj-lt"/>
            </a:endParaRPr>
          </a:p>
          <a:p>
            <a:pPr marL="285750" indent="-285750" algn="just" defTabSz="666750">
              <a:lnSpc>
                <a:spcPct val="114000"/>
              </a:lnSpc>
              <a:spcBef>
                <a:spcPct val="0"/>
              </a:spcBef>
              <a:spcAft>
                <a:spcPts val="300"/>
              </a:spcAft>
              <a:buFont typeface="Arial" panose="020B0604020202020204" pitchFamily="34" charset="0"/>
              <a:buChar char="•"/>
            </a:pPr>
            <a:r>
              <a:rPr lang="en-IN" sz="1600" dirty="0">
                <a:solidFill>
                  <a:schemeClr val="tx1"/>
                </a:solidFill>
                <a:latin typeface="+mj-lt"/>
                <a:ea typeface="Times New Roman" panose="02020603050405020304"/>
                <a:cs typeface="+mj-lt"/>
                <a:sym typeface="+mn-ea"/>
              </a:rPr>
              <a:t> Centralize employee profiles and documents for easy access and management.</a:t>
            </a:r>
            <a:endParaRPr lang="en-IN" sz="1600" dirty="0">
              <a:solidFill>
                <a:schemeClr val="tx1"/>
              </a:solidFill>
              <a:latin typeface="+mj-lt"/>
              <a:ea typeface="Times New Roman" panose="02020603050405020304"/>
              <a:cs typeface="+mj-lt"/>
            </a:endParaRPr>
          </a:p>
          <a:p>
            <a:pPr marL="285750" indent="-285750" algn="just" defTabSz="666750">
              <a:lnSpc>
                <a:spcPct val="114000"/>
              </a:lnSpc>
              <a:spcBef>
                <a:spcPct val="0"/>
              </a:spcBef>
              <a:spcAft>
                <a:spcPts val="300"/>
              </a:spcAft>
              <a:buFont typeface="Arial" panose="020B0604020202020204" pitchFamily="34" charset="0"/>
              <a:buChar char="•"/>
            </a:pPr>
            <a:r>
              <a:rPr lang="en-IN" sz="1600" dirty="0">
                <a:solidFill>
                  <a:schemeClr val="tx1"/>
                </a:solidFill>
                <a:latin typeface="+mj-lt"/>
                <a:ea typeface="Times New Roman" panose="02020603050405020304"/>
                <a:cs typeface="+mj-lt"/>
                <a:sym typeface="+mn-ea"/>
              </a:rPr>
              <a:t> Streamline payroll processing to save time and reduce errors.</a:t>
            </a:r>
            <a:endParaRPr lang="en-IN" sz="1600" dirty="0">
              <a:solidFill>
                <a:schemeClr val="tx1"/>
              </a:solidFill>
              <a:latin typeface="+mj-lt"/>
              <a:ea typeface="Times New Roman" panose="02020603050405020304"/>
              <a:cs typeface="+mj-lt"/>
            </a:endParaRPr>
          </a:p>
          <a:p>
            <a:pPr algn="just" defTabSz="666750">
              <a:lnSpc>
                <a:spcPct val="114000"/>
              </a:lnSpc>
              <a:spcBef>
                <a:spcPct val="0"/>
              </a:spcBef>
              <a:spcAft>
                <a:spcPts val="300"/>
              </a:spcAft>
            </a:pPr>
            <a:endParaRPr lang="en-IN" sz="1600" b="1" dirty="0">
              <a:solidFill>
                <a:schemeClr val="tx1"/>
              </a:solidFill>
              <a:latin typeface="Open Sans"/>
              <a:ea typeface="Times New Roman" panose="02020603050405020304"/>
              <a:cs typeface="Open Sans"/>
            </a:endParaRPr>
          </a:p>
          <a:p>
            <a:pPr algn="just" defTabSz="666750">
              <a:lnSpc>
                <a:spcPct val="114000"/>
              </a:lnSpc>
              <a:spcBef>
                <a:spcPct val="0"/>
              </a:spcBef>
              <a:spcAft>
                <a:spcPts val="300"/>
              </a:spcAft>
            </a:pPr>
            <a:endParaRPr lang="en-IN" sz="1600" b="1" dirty="0">
              <a:solidFill>
                <a:schemeClr val="tx1"/>
              </a:solidFill>
              <a:latin typeface="Open Sans"/>
              <a:ea typeface="Times New Roman" panose="02020603050405020304"/>
              <a:cs typeface="Open Sans"/>
            </a:endParaRPr>
          </a:p>
          <a:p>
            <a:pPr algn="just" defTabSz="666750">
              <a:lnSpc>
                <a:spcPct val="114000"/>
              </a:lnSpc>
              <a:spcBef>
                <a:spcPct val="0"/>
              </a:spcBef>
              <a:spcAft>
                <a:spcPts val="300"/>
              </a:spcAft>
            </a:pPr>
            <a:endParaRPr lang="en-IN" sz="1600" b="1" dirty="0">
              <a:solidFill>
                <a:schemeClr val="tx1"/>
              </a:solidFill>
              <a:latin typeface="Open Sans"/>
              <a:ea typeface="Times New Roman" panose="02020603050405020304"/>
              <a:cs typeface="Open Sans"/>
            </a:endParaRPr>
          </a:p>
        </p:txBody>
      </p:sp>
      <p:sp>
        <p:nvSpPr>
          <p:cNvPr id="4" name="Title 2"/>
          <p:cNvSpPr txBox="1"/>
          <p:nvPr/>
        </p:nvSpPr>
        <p:spPr>
          <a:xfrm>
            <a:off x="1162864" y="229394"/>
            <a:ext cx="6588000" cy="468000"/>
          </a:xfrm>
          <a:prstGeom prst="rect">
            <a:avLst/>
          </a:prstGeom>
        </p:spPr>
        <p:txBody>
          <a:bodyPr anchor="ctr" anchorCtr="0"/>
          <a:lstStyle>
            <a:lvl1pPr>
              <a:defRPr>
                <a:latin typeface="+mj-lt"/>
                <a:ea typeface="+mj-ea"/>
                <a:cs typeface="+mj-cs"/>
              </a:defRPr>
            </a:lvl1pPr>
          </a:lstStyle>
          <a:p>
            <a:pPr defTabSz="914400"/>
            <a:r>
              <a:rPr lang="en-IN" sz="1800" b="1" kern="0" dirty="0">
                <a:solidFill>
                  <a:sysClr val="windowText" lastClr="000000"/>
                </a:solidFill>
              </a:rPr>
              <a:t>Project Highlights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ounded Rectangle 2"/>
          <p:cNvSpPr/>
          <p:nvPr/>
        </p:nvSpPr>
        <p:spPr>
          <a:xfrm>
            <a:off x="380206" y="777194"/>
            <a:ext cx="1981200" cy="900000"/>
          </a:xfrm>
          <a:prstGeom prst="roundRect">
            <a:avLst/>
          </a:prstGeom>
          <a:noFill/>
          <a:ln w="63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lang="en-IN" sz="1400" dirty="0">
                <a:solidFill>
                  <a:schemeClr val="tx1"/>
                </a:solidFill>
              </a:rPr>
              <a:t>G.Sowjanya</a:t>
            </a:r>
          </a:p>
        </p:txBody>
      </p:sp>
      <p:sp>
        <p:nvSpPr>
          <p:cNvPr id="5" name="Rounded Rectangle 4"/>
          <p:cNvSpPr/>
          <p:nvPr/>
        </p:nvSpPr>
        <p:spPr>
          <a:xfrm>
            <a:off x="2513806" y="777194"/>
            <a:ext cx="9144000" cy="900000"/>
          </a:xfrm>
          <a:prstGeom prst="roundRect">
            <a:avLst/>
          </a:prstGeom>
          <a:noFill/>
          <a:ln w="63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lang="en-IN" sz="1400" b="1" dirty="0">
                <a:solidFill>
                  <a:schemeClr val="tx1"/>
                </a:solidFill>
              </a:rPr>
              <a:t>Primary Role: </a:t>
            </a:r>
            <a:r>
              <a:rPr lang="en-IN" sz="1400" b="1" i="1" u="sng" dirty="0">
                <a:solidFill>
                  <a:schemeClr val="tx1"/>
                </a:solidFill>
              </a:rPr>
              <a:t>Induction and Reference document Management</a:t>
            </a:r>
          </a:p>
          <a:p>
            <a:pPr marL="285750" indent="-285750">
              <a:buFont typeface="Arial" panose="020B0604020202020204" pitchFamily="34" charset="0"/>
              <a:buChar char="•"/>
            </a:pPr>
            <a:r>
              <a:rPr lang="en-IN" sz="1400" dirty="0">
                <a:solidFill>
                  <a:schemeClr val="tx1"/>
                </a:solidFill>
              </a:rPr>
              <a:t>Induction Process Handling by uploading up the documents and managing the offered candidates into induction.</a:t>
            </a:r>
          </a:p>
          <a:p>
            <a:pPr marL="285750" indent="-285750">
              <a:buFont typeface="Arial" panose="020B0604020202020204" pitchFamily="34" charset="0"/>
              <a:buChar char="•"/>
            </a:pPr>
            <a:r>
              <a:rPr lang="en-IN" sz="1400" dirty="0">
                <a:solidFill>
                  <a:schemeClr val="tx1"/>
                </a:solidFill>
              </a:rPr>
              <a:t>Regulatory Management by providing the required Documents  which are encapsulated with rules, laws and regularities.</a:t>
            </a:r>
          </a:p>
        </p:txBody>
      </p:sp>
      <p:sp>
        <p:nvSpPr>
          <p:cNvPr id="6" name="Rounded Rectangle 5"/>
          <p:cNvSpPr/>
          <p:nvPr/>
        </p:nvSpPr>
        <p:spPr>
          <a:xfrm>
            <a:off x="357000" y="1719194"/>
            <a:ext cx="1981200" cy="900000"/>
          </a:xfrm>
          <a:prstGeom prst="roundRect">
            <a:avLst/>
          </a:prstGeom>
          <a:noFill/>
          <a:ln w="63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lang="en-IN" sz="1400" dirty="0">
                <a:solidFill>
                  <a:schemeClr val="tx1"/>
                </a:solidFill>
              </a:rPr>
              <a:t>P.Nagaraju</a:t>
            </a:r>
          </a:p>
        </p:txBody>
      </p:sp>
      <p:sp>
        <p:nvSpPr>
          <p:cNvPr id="7" name="Rounded Rectangle 6"/>
          <p:cNvSpPr/>
          <p:nvPr/>
        </p:nvSpPr>
        <p:spPr>
          <a:xfrm>
            <a:off x="2490600" y="1719194"/>
            <a:ext cx="9144000" cy="900000"/>
          </a:xfrm>
          <a:prstGeom prst="roundRect">
            <a:avLst/>
          </a:prstGeom>
          <a:noFill/>
          <a:ln w="63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lang="en-IN" sz="1400" b="1" dirty="0">
                <a:solidFill>
                  <a:schemeClr val="tx1"/>
                </a:solidFill>
              </a:rPr>
              <a:t>Primary Role: </a:t>
            </a:r>
            <a:r>
              <a:rPr lang="en-IN" sz="1400" b="1" i="1" u="sng" dirty="0">
                <a:solidFill>
                  <a:schemeClr val="tx1"/>
                </a:solidFill>
              </a:rPr>
              <a:t>Attendance and Leave Management</a:t>
            </a:r>
            <a:endParaRPr lang="en-IN" sz="1400" i="1" u="sng" dirty="0">
              <a:solidFill>
                <a:schemeClr val="tx1"/>
              </a:solidFill>
            </a:endParaRPr>
          </a:p>
          <a:p>
            <a:pPr marL="285750" indent="-285750">
              <a:buFont typeface="Arial" panose="020B0604020202020204" pitchFamily="34" charset="0"/>
              <a:buChar char="•"/>
            </a:pPr>
            <a:r>
              <a:rPr lang="en-IN" sz="1400" dirty="0">
                <a:solidFill>
                  <a:schemeClr val="tx1"/>
                </a:solidFill>
              </a:rPr>
              <a:t>Checking out the Attendance time to time with punch-in and punch-outs</a:t>
            </a:r>
          </a:p>
          <a:p>
            <a:pPr marL="285750" indent="-285750">
              <a:buFont typeface="Arial" panose="020B0604020202020204" pitchFamily="34" charset="0"/>
              <a:buChar char="•"/>
            </a:pPr>
            <a:r>
              <a:rPr lang="en-IN" sz="1400" dirty="0">
                <a:solidFill>
                  <a:schemeClr val="tx1"/>
                </a:solidFill>
              </a:rPr>
              <a:t>Managing the Leave requests and approvals based on the job grades of the employee.</a:t>
            </a:r>
          </a:p>
        </p:txBody>
      </p:sp>
      <p:sp>
        <p:nvSpPr>
          <p:cNvPr id="8" name="Rounded Rectangle 7"/>
          <p:cNvSpPr/>
          <p:nvPr/>
        </p:nvSpPr>
        <p:spPr>
          <a:xfrm>
            <a:off x="380206" y="2661194"/>
            <a:ext cx="1981200" cy="900000"/>
          </a:xfrm>
          <a:prstGeom prst="roundRect">
            <a:avLst/>
          </a:prstGeom>
          <a:noFill/>
          <a:ln w="63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lang="en-IN" sz="1400" dirty="0">
                <a:solidFill>
                  <a:schemeClr val="tx1"/>
                </a:solidFill>
              </a:rPr>
              <a:t>S.Satvika Reddy</a:t>
            </a:r>
          </a:p>
        </p:txBody>
      </p:sp>
      <p:sp>
        <p:nvSpPr>
          <p:cNvPr id="9" name="Rounded Rectangle 8"/>
          <p:cNvSpPr/>
          <p:nvPr/>
        </p:nvSpPr>
        <p:spPr>
          <a:xfrm>
            <a:off x="2513806" y="2661194"/>
            <a:ext cx="9144000" cy="900000"/>
          </a:xfrm>
          <a:prstGeom prst="roundRect">
            <a:avLst/>
          </a:prstGeom>
          <a:noFill/>
          <a:ln w="63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lang="en-IN" sz="1400" b="1" dirty="0">
                <a:solidFill>
                  <a:schemeClr val="tx1"/>
                </a:solidFill>
              </a:rPr>
              <a:t>Primary Role: </a:t>
            </a:r>
            <a:r>
              <a:rPr lang="en-IN" sz="1400" b="1" i="1" u="sng" dirty="0" err="1">
                <a:solidFill>
                  <a:schemeClr val="tx1"/>
                </a:solidFill>
              </a:rPr>
              <a:t>PayRoll</a:t>
            </a:r>
            <a:r>
              <a:rPr lang="en-IN" sz="1400" b="1" i="1" u="sng" dirty="0">
                <a:solidFill>
                  <a:schemeClr val="tx1"/>
                </a:solidFill>
              </a:rPr>
              <a:t>  Generation and Permission Management</a:t>
            </a:r>
            <a:endParaRPr lang="en-IN" sz="1400" i="1" u="sng" dirty="0">
              <a:solidFill>
                <a:schemeClr val="tx1"/>
              </a:solidFill>
              <a:sym typeface="+mn-ea"/>
            </a:endParaRPr>
          </a:p>
          <a:p>
            <a:pPr marL="285750" indent="-285750">
              <a:buFont typeface="Arial" panose="020B0604020202020204" pitchFamily="34" charset="0"/>
              <a:buChar char="•"/>
            </a:pPr>
            <a:r>
              <a:rPr lang="en-IN" sz="1400" dirty="0">
                <a:solidFill>
                  <a:schemeClr val="tx1"/>
                </a:solidFill>
                <a:sym typeface="+mn-ea"/>
              </a:rPr>
              <a:t>Generating monthly payrolls which includes designing  the payroll in a way to accommodate the necessary  payroll parameters and storing the data to the database.</a:t>
            </a:r>
            <a:endParaRPr lang="en-IN" sz="1400" dirty="0">
              <a:solidFill>
                <a:schemeClr val="tx1"/>
              </a:solidFill>
            </a:endParaRPr>
          </a:p>
          <a:p>
            <a:pPr marL="285750" indent="-285750">
              <a:buFont typeface="Arial" panose="020B0604020202020204" pitchFamily="34" charset="0"/>
              <a:buChar char="•"/>
            </a:pPr>
            <a:r>
              <a:rPr lang="en-IN" sz="1400" dirty="0">
                <a:solidFill>
                  <a:schemeClr val="tx1"/>
                </a:solidFill>
                <a:sym typeface="+mn-ea"/>
              </a:rPr>
              <a:t>Managing the day to day Permission Requests by employees and approvals.</a:t>
            </a:r>
            <a:endParaRPr lang="en-IN" sz="1400" dirty="0">
              <a:solidFill>
                <a:schemeClr val="tx1"/>
              </a:solidFill>
            </a:endParaRPr>
          </a:p>
        </p:txBody>
      </p:sp>
      <p:sp>
        <p:nvSpPr>
          <p:cNvPr id="10" name="Rounded Rectangle 9"/>
          <p:cNvSpPr/>
          <p:nvPr/>
        </p:nvSpPr>
        <p:spPr>
          <a:xfrm>
            <a:off x="380206" y="3603194"/>
            <a:ext cx="1981200" cy="900000"/>
          </a:xfrm>
          <a:prstGeom prst="roundRect">
            <a:avLst/>
          </a:prstGeom>
          <a:noFill/>
          <a:ln w="63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lang="en-IN" sz="1400" dirty="0" err="1">
                <a:solidFill>
                  <a:schemeClr val="tx1"/>
                </a:solidFill>
              </a:rPr>
              <a:t>P.Bhaskar</a:t>
            </a:r>
            <a:r>
              <a:rPr lang="en-IN" sz="1400" dirty="0">
                <a:solidFill>
                  <a:schemeClr val="tx1"/>
                </a:solidFill>
              </a:rPr>
              <a:t> </a:t>
            </a:r>
            <a:r>
              <a:rPr lang="en-IN" sz="1400" dirty="0" err="1">
                <a:solidFill>
                  <a:schemeClr val="tx1"/>
                </a:solidFill>
              </a:rPr>
              <a:t>Akshay</a:t>
            </a:r>
            <a:endParaRPr lang="en-IN" sz="1400" dirty="0">
              <a:solidFill>
                <a:schemeClr val="tx1"/>
              </a:solidFill>
            </a:endParaRPr>
          </a:p>
        </p:txBody>
      </p:sp>
      <p:sp>
        <p:nvSpPr>
          <p:cNvPr id="11" name="Rounded Rectangle 10"/>
          <p:cNvSpPr/>
          <p:nvPr/>
        </p:nvSpPr>
        <p:spPr>
          <a:xfrm>
            <a:off x="2513806" y="3603194"/>
            <a:ext cx="9144000" cy="900000"/>
          </a:xfrm>
          <a:prstGeom prst="roundRect">
            <a:avLst/>
          </a:prstGeom>
          <a:noFill/>
          <a:ln w="63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lang="en-IN" sz="1400" b="1" dirty="0">
                <a:solidFill>
                  <a:schemeClr val="tx1"/>
                </a:solidFill>
              </a:rPr>
              <a:t>Primary Role: </a:t>
            </a:r>
            <a:r>
              <a:rPr lang="en-IN" sz="1400" b="1" i="1" u="sng" dirty="0">
                <a:solidFill>
                  <a:schemeClr val="tx1"/>
                </a:solidFill>
              </a:rPr>
              <a:t>Candidate Management and Payslip Management</a:t>
            </a:r>
            <a:endParaRPr lang="en-IN" sz="1400" i="1" u="sng" dirty="0">
              <a:solidFill>
                <a:schemeClr val="tx1"/>
              </a:solidFill>
            </a:endParaRPr>
          </a:p>
          <a:p>
            <a:pPr marL="285750" indent="-285750">
              <a:buFont typeface="Arial" panose="020B0604020202020204" pitchFamily="34" charset="0"/>
              <a:buChar char="•"/>
            </a:pPr>
            <a:r>
              <a:rPr lang="en-IN" sz="1400" dirty="0">
                <a:solidFill>
                  <a:schemeClr val="tx1"/>
                </a:solidFill>
              </a:rPr>
              <a:t>Managing the Candidates and their related data.</a:t>
            </a:r>
          </a:p>
          <a:p>
            <a:pPr marL="285750" indent="-285750">
              <a:buFont typeface="Arial" panose="020B0604020202020204" pitchFamily="34" charset="0"/>
              <a:buChar char="•"/>
            </a:pPr>
            <a:r>
              <a:rPr lang="en-IN" sz="1400" dirty="0">
                <a:solidFill>
                  <a:schemeClr val="tx1"/>
                </a:solidFill>
                <a:sym typeface="+mn-ea"/>
              </a:rPr>
              <a:t>Generated payslip will be sent a mail to the concerned employee,also display the monthwise payslip of the repective employee.</a:t>
            </a:r>
            <a:endParaRPr lang="en-IN" sz="1400" dirty="0">
              <a:solidFill>
                <a:schemeClr val="tx1"/>
              </a:solidFill>
            </a:endParaRPr>
          </a:p>
        </p:txBody>
      </p:sp>
      <p:sp>
        <p:nvSpPr>
          <p:cNvPr id="12" name="Rounded Rectangle 11"/>
          <p:cNvSpPr/>
          <p:nvPr/>
        </p:nvSpPr>
        <p:spPr>
          <a:xfrm>
            <a:off x="380206" y="4545194"/>
            <a:ext cx="1981200" cy="900000"/>
          </a:xfrm>
          <a:prstGeom prst="roundRect">
            <a:avLst/>
          </a:prstGeom>
          <a:noFill/>
          <a:ln w="63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lang="en-IN" sz="1400" dirty="0" err="1">
                <a:solidFill>
                  <a:schemeClr val="tx1"/>
                </a:solidFill>
              </a:rPr>
              <a:t>SN.Chandra</a:t>
            </a:r>
            <a:r>
              <a:rPr lang="en-IN" sz="1400" dirty="0">
                <a:solidFill>
                  <a:schemeClr val="tx1"/>
                </a:solidFill>
              </a:rPr>
              <a:t> </a:t>
            </a:r>
            <a:r>
              <a:rPr lang="en-IN" sz="1400" dirty="0" err="1">
                <a:solidFill>
                  <a:schemeClr val="tx1"/>
                </a:solidFill>
              </a:rPr>
              <a:t>Sekhar</a:t>
            </a:r>
            <a:endParaRPr lang="en-IN" sz="1400" dirty="0">
              <a:solidFill>
                <a:schemeClr val="tx1"/>
              </a:solidFill>
            </a:endParaRPr>
          </a:p>
        </p:txBody>
      </p:sp>
      <p:sp>
        <p:nvSpPr>
          <p:cNvPr id="13" name="Rounded Rectangle 12"/>
          <p:cNvSpPr/>
          <p:nvPr/>
        </p:nvSpPr>
        <p:spPr>
          <a:xfrm>
            <a:off x="2513806" y="4545194"/>
            <a:ext cx="9144000" cy="900000"/>
          </a:xfrm>
          <a:prstGeom prst="roundRect">
            <a:avLst/>
          </a:prstGeom>
          <a:noFill/>
          <a:ln w="63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lang="en-IN" sz="1400" b="1" dirty="0">
                <a:solidFill>
                  <a:schemeClr val="tx1"/>
                </a:solidFill>
              </a:rPr>
              <a:t>Primary Role: </a:t>
            </a:r>
            <a:r>
              <a:rPr lang="en-IN" sz="1400" b="1" i="1" u="sng" dirty="0">
                <a:solidFill>
                  <a:schemeClr val="tx1"/>
                </a:solidFill>
              </a:rPr>
              <a:t>Employee and Holidays Management </a:t>
            </a:r>
            <a:endParaRPr lang="en-IN" sz="1400" i="1" u="sng" dirty="0">
              <a:solidFill>
                <a:schemeClr val="tx1"/>
              </a:solidFill>
            </a:endParaRPr>
          </a:p>
          <a:p>
            <a:pPr marL="285750" indent="-285750">
              <a:buFont typeface="Arial" panose="020B0604020202020204" pitchFamily="34" charset="0"/>
              <a:buChar char="•"/>
            </a:pPr>
            <a:r>
              <a:rPr lang="en-IN" sz="1400" dirty="0">
                <a:solidFill>
                  <a:schemeClr val="tx1"/>
                </a:solidFill>
              </a:rPr>
              <a:t>Created  the functionality to add, edit, and delete employee records, with a soft delete option for data retention purposes.  </a:t>
            </a:r>
          </a:p>
          <a:p>
            <a:pPr marL="285750" indent="-285750">
              <a:buFont typeface="Arial" panose="020B0604020202020204" pitchFamily="34" charset="0"/>
              <a:buChar char="•"/>
            </a:pPr>
            <a:r>
              <a:rPr lang="en-IN" sz="1400" dirty="0">
                <a:solidFill>
                  <a:schemeClr val="tx1"/>
                </a:solidFill>
              </a:rPr>
              <a:t>Managing the Holidays and Opted Leaves based on the job grades which are enabled for both employee and admins.</a:t>
            </a:r>
          </a:p>
        </p:txBody>
      </p:sp>
      <p:sp>
        <p:nvSpPr>
          <p:cNvPr id="14" name="Rounded Rectangle 13"/>
          <p:cNvSpPr/>
          <p:nvPr/>
        </p:nvSpPr>
        <p:spPr>
          <a:xfrm>
            <a:off x="380206" y="5487194"/>
            <a:ext cx="1981200" cy="900000"/>
          </a:xfrm>
          <a:prstGeom prst="roundRect">
            <a:avLst/>
          </a:prstGeom>
          <a:noFill/>
          <a:ln w="63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lang="en-IN" sz="1400" dirty="0" err="1">
                <a:solidFill>
                  <a:schemeClr val="tx1"/>
                </a:solidFill>
              </a:rPr>
              <a:t>Sk.Yahud</a:t>
            </a:r>
            <a:r>
              <a:rPr lang="en-IN" sz="1400" dirty="0">
                <a:solidFill>
                  <a:schemeClr val="tx1"/>
                </a:solidFill>
              </a:rPr>
              <a:t> </a:t>
            </a:r>
            <a:r>
              <a:rPr lang="en-IN" sz="1400" dirty="0" err="1">
                <a:solidFill>
                  <a:schemeClr val="tx1"/>
                </a:solidFill>
              </a:rPr>
              <a:t>Hussain</a:t>
            </a:r>
            <a:endParaRPr lang="en-IN" sz="1400" dirty="0">
              <a:solidFill>
                <a:schemeClr val="tx1"/>
              </a:solidFill>
            </a:endParaRPr>
          </a:p>
        </p:txBody>
      </p:sp>
      <p:sp>
        <p:nvSpPr>
          <p:cNvPr id="15" name="Rounded Rectangle 14"/>
          <p:cNvSpPr/>
          <p:nvPr/>
        </p:nvSpPr>
        <p:spPr>
          <a:xfrm>
            <a:off x="2513806" y="5487194"/>
            <a:ext cx="9144000" cy="900000"/>
          </a:xfrm>
          <a:prstGeom prst="roundRect">
            <a:avLst/>
          </a:prstGeom>
          <a:noFill/>
          <a:ln w="63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lang="en-IN" sz="1400" b="1" dirty="0">
                <a:solidFill>
                  <a:schemeClr val="tx1"/>
                </a:solidFill>
              </a:rPr>
              <a:t>Primary Role: </a:t>
            </a:r>
            <a:r>
              <a:rPr lang="en-IN" sz="1400" b="1" i="1" u="sng" dirty="0">
                <a:solidFill>
                  <a:schemeClr val="tx1"/>
                </a:solidFill>
              </a:rPr>
              <a:t>Offer letter Generation and Login Control</a:t>
            </a:r>
          </a:p>
          <a:p>
            <a:pPr marL="285750" indent="-285750">
              <a:buFont typeface="Arial" panose="020B0604020202020204" pitchFamily="34" charset="0"/>
              <a:buChar char="•"/>
            </a:pPr>
            <a:r>
              <a:rPr lang="en-IN" sz="1400" dirty="0">
                <a:solidFill>
                  <a:schemeClr val="tx1"/>
                </a:solidFill>
              </a:rPr>
              <a:t>Data Security by providing the user credentials and using encryption for password persistence</a:t>
            </a:r>
          </a:p>
          <a:p>
            <a:pPr marL="285750" indent="-285750">
              <a:buFont typeface="Arial" panose="020B0604020202020204" pitchFamily="34" charset="0"/>
              <a:buChar char="•"/>
            </a:pPr>
            <a:r>
              <a:rPr lang="en-IN" sz="1400" dirty="0">
                <a:solidFill>
                  <a:schemeClr val="tx1"/>
                </a:solidFill>
              </a:rPr>
              <a:t>Managing and issuing the Offer Letters to the  selected candidates.</a:t>
            </a:r>
          </a:p>
        </p:txBody>
      </p:sp>
      <p:sp>
        <p:nvSpPr>
          <p:cNvPr id="16" name="Title 2"/>
          <p:cNvSpPr txBox="1"/>
          <p:nvPr/>
        </p:nvSpPr>
        <p:spPr>
          <a:xfrm>
            <a:off x="1162864" y="229394"/>
            <a:ext cx="6588000" cy="468000"/>
          </a:xfrm>
          <a:prstGeom prst="rect">
            <a:avLst/>
          </a:prstGeom>
        </p:spPr>
        <p:txBody>
          <a:bodyPr anchor="ctr" anchorCtr="0"/>
          <a:lstStyle>
            <a:lvl1pPr>
              <a:defRPr>
                <a:latin typeface="+mj-lt"/>
                <a:ea typeface="+mj-ea"/>
                <a:cs typeface="+mj-cs"/>
              </a:defRPr>
            </a:lvl1pPr>
          </a:lstStyle>
          <a:p>
            <a:pPr defTabSz="914400"/>
            <a:r>
              <a:rPr lang="en-IN" sz="1800" b="1" kern="0" dirty="0">
                <a:solidFill>
                  <a:sysClr val="windowText" lastClr="000000"/>
                </a:solidFill>
              </a:rPr>
              <a:t>Project Team – High level roles &amp; responsibilities</a:t>
            </a:r>
          </a:p>
        </p:txBody>
      </p:sp>
      <p:sp>
        <p:nvSpPr>
          <p:cNvPr id="4" name="Text Box 3"/>
          <p:cNvSpPr txBox="1"/>
          <p:nvPr/>
        </p:nvSpPr>
        <p:spPr>
          <a:xfrm>
            <a:off x="8412480" y="2828925"/>
            <a:ext cx="309880" cy="260350"/>
          </a:xfrm>
          <a:prstGeom prst="rect">
            <a:avLst/>
          </a:prstGeom>
          <a:noFill/>
        </p:spPr>
        <p:txBody>
          <a:bodyPr wrap="none" rtlCol="0">
            <a:spAutoFit/>
          </a:bodyPr>
          <a:lstStyle/>
          <a:p>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298450" y="991235"/>
            <a:ext cx="11593195" cy="5211445"/>
          </a:xfrm>
          <a:prstGeom prst="rect">
            <a:avLst/>
          </a:prstGeom>
          <a:ln>
            <a:solidFill>
              <a:schemeClr val="accent1"/>
            </a:solidFill>
          </a:ln>
        </p:spPr>
        <p:style>
          <a:lnRef idx="0">
            <a:scrgbClr r="0" g="0" b="0"/>
          </a:lnRef>
          <a:fillRef idx="0">
            <a:scrgbClr r="0" g="0" b="0"/>
          </a:fillRef>
          <a:effectRef idx="0">
            <a:scrgbClr r="0" g="0" b="0"/>
          </a:effectRef>
          <a:fontRef idx="minor">
            <a:schemeClr val="lt1"/>
          </a:fontRef>
        </p:style>
        <p:txBody>
          <a:bodyPr spcFirstLastPara="0" vert="horz" wrap="square" lIns="125730" tIns="125730" rIns="125730" bIns="125730" numCol="1" spcCol="1270" rtlCol="0" anchor="t" anchorCtr="0">
            <a:noAutofit/>
          </a:bodyPr>
          <a:lstStyle/>
          <a:p>
            <a:pPr algn="just" defTabSz="666750">
              <a:lnSpc>
                <a:spcPct val="114000"/>
              </a:lnSpc>
              <a:spcBef>
                <a:spcPct val="0"/>
              </a:spcBef>
              <a:spcAft>
                <a:spcPts val="300"/>
              </a:spcAft>
            </a:pPr>
            <a:r>
              <a:rPr lang="en-IN" sz="1600" b="1">
                <a:solidFill>
                  <a:schemeClr val="tx1"/>
                </a:solidFill>
                <a:latin typeface="+mj-lt"/>
              </a:rPr>
              <a:t>Approach:</a:t>
            </a:r>
            <a:endParaRPr lang="en-IN" sz="1600" dirty="0">
              <a:solidFill>
                <a:schemeClr val="tx1"/>
              </a:solidFill>
              <a:ea typeface="Times New Roman" panose="02020603050405020304"/>
              <a:cs typeface="Open Sans"/>
            </a:endParaRPr>
          </a:p>
          <a:p>
            <a:pPr marL="285750" indent="-285750" algn="just" defTabSz="666750">
              <a:lnSpc>
                <a:spcPct val="114000"/>
              </a:lnSpc>
              <a:spcBef>
                <a:spcPct val="0"/>
              </a:spcBef>
              <a:spcAft>
                <a:spcPts val="300"/>
              </a:spcAft>
              <a:buFont typeface="Arial" panose="020B0604020202020204" pitchFamily="34" charset="0"/>
              <a:buChar char="•"/>
            </a:pPr>
            <a:r>
              <a:rPr lang="en-IN" sz="1600" dirty="0">
                <a:solidFill>
                  <a:schemeClr val="tx1"/>
                </a:solidFill>
                <a:ea typeface="Times New Roman" panose="02020603050405020304"/>
                <a:cs typeface="Open Sans"/>
              </a:rPr>
              <a:t>MVC Architecture Approach</a:t>
            </a:r>
          </a:p>
          <a:p>
            <a:pPr marL="285750" indent="-285750" algn="just" defTabSz="666750">
              <a:lnSpc>
                <a:spcPct val="114000"/>
              </a:lnSpc>
              <a:spcBef>
                <a:spcPct val="0"/>
              </a:spcBef>
              <a:spcAft>
                <a:spcPts val="300"/>
              </a:spcAft>
              <a:buFont typeface="Arial" panose="020B0604020202020204" pitchFamily="34" charset="0"/>
              <a:buChar char="•"/>
            </a:pPr>
            <a:r>
              <a:rPr lang="en-IN" sz="1600" dirty="0">
                <a:solidFill>
                  <a:schemeClr val="tx1"/>
                </a:solidFill>
                <a:ea typeface="Times New Roman" panose="02020603050405020304"/>
                <a:cs typeface="Open Sans"/>
              </a:rPr>
              <a:t>ORM Framework Implementation</a:t>
            </a:r>
          </a:p>
          <a:p>
            <a:pPr marL="285750" indent="-285750" algn="just" defTabSz="666750">
              <a:lnSpc>
                <a:spcPct val="114000"/>
              </a:lnSpc>
              <a:spcBef>
                <a:spcPct val="0"/>
              </a:spcBef>
              <a:spcAft>
                <a:spcPts val="300"/>
              </a:spcAft>
              <a:buFont typeface="Arial" panose="020B0604020202020204" pitchFamily="34" charset="0"/>
              <a:buChar char="•"/>
            </a:pPr>
            <a:r>
              <a:rPr lang="en-IN" sz="1600" dirty="0">
                <a:solidFill>
                  <a:schemeClr val="tx1"/>
                </a:solidFill>
                <a:ea typeface="Times New Roman" panose="02020603050405020304"/>
                <a:cs typeface="Open Sans"/>
              </a:rPr>
              <a:t>Layered Architecture Approach</a:t>
            </a:r>
          </a:p>
          <a:p>
            <a:pPr algn="just" defTabSz="666750">
              <a:lnSpc>
                <a:spcPct val="114000"/>
              </a:lnSpc>
              <a:spcBef>
                <a:spcPct val="0"/>
              </a:spcBef>
              <a:spcAft>
                <a:spcPts val="300"/>
              </a:spcAft>
            </a:pPr>
            <a:endParaRPr lang="en-IN" sz="1600" b="1" dirty="0">
              <a:solidFill>
                <a:schemeClr val="tx1"/>
              </a:solidFill>
              <a:latin typeface="+mj-lt"/>
              <a:ea typeface="Times New Roman" panose="02020603050405020304"/>
              <a:cs typeface="Open Sans"/>
            </a:endParaRPr>
          </a:p>
          <a:p>
            <a:pPr algn="just" defTabSz="666750">
              <a:lnSpc>
                <a:spcPct val="114000"/>
              </a:lnSpc>
              <a:spcBef>
                <a:spcPct val="0"/>
              </a:spcBef>
              <a:spcAft>
                <a:spcPts val="300"/>
              </a:spcAft>
            </a:pPr>
            <a:r>
              <a:rPr lang="en-IN" sz="1600" b="1" dirty="0">
                <a:solidFill>
                  <a:schemeClr val="tx1"/>
                </a:solidFill>
                <a:latin typeface="+mj-lt"/>
              </a:rPr>
              <a:t>Modules:</a:t>
            </a:r>
          </a:p>
          <a:p>
            <a:pPr marL="285750" indent="-285750" algn="just" defTabSz="666750">
              <a:lnSpc>
                <a:spcPct val="114000"/>
              </a:lnSpc>
              <a:spcBef>
                <a:spcPct val="0"/>
              </a:spcBef>
              <a:spcAft>
                <a:spcPts val="300"/>
              </a:spcAft>
              <a:buFont typeface="Arial" panose="020B0604020202020204" pitchFamily="34" charset="0"/>
              <a:buChar char="•"/>
            </a:pPr>
            <a:r>
              <a:rPr lang="en-IN" sz="1600" dirty="0">
                <a:solidFill>
                  <a:schemeClr val="tx1"/>
                </a:solidFill>
                <a:ea typeface="Times New Roman" panose="02020603050405020304"/>
                <a:cs typeface="Open Sans"/>
              </a:rPr>
              <a:t>ALMS </a:t>
            </a:r>
          </a:p>
          <a:p>
            <a:pPr marL="285750" indent="-285750" algn="just" defTabSz="666750">
              <a:lnSpc>
                <a:spcPct val="114000"/>
              </a:lnSpc>
              <a:spcBef>
                <a:spcPct val="0"/>
              </a:spcBef>
              <a:spcAft>
                <a:spcPts val="300"/>
              </a:spcAft>
              <a:buFont typeface="Arial" panose="020B0604020202020204" pitchFamily="34" charset="0"/>
              <a:buChar char="•"/>
            </a:pPr>
            <a:r>
              <a:rPr lang="en-IN" sz="1600" dirty="0">
                <a:solidFill>
                  <a:schemeClr val="tx1"/>
                </a:solidFill>
                <a:ea typeface="Times New Roman" panose="02020603050405020304"/>
                <a:cs typeface="Open Sans"/>
              </a:rPr>
              <a:t>Candidate and Induction Management</a:t>
            </a:r>
          </a:p>
          <a:p>
            <a:pPr marL="285750" indent="-285750" algn="just" defTabSz="666750">
              <a:lnSpc>
                <a:spcPct val="114000"/>
              </a:lnSpc>
              <a:spcBef>
                <a:spcPct val="0"/>
              </a:spcBef>
              <a:spcAft>
                <a:spcPts val="300"/>
              </a:spcAft>
              <a:buFont typeface="Arial" panose="020B0604020202020204" pitchFamily="34" charset="0"/>
              <a:buChar char="•"/>
            </a:pPr>
            <a:r>
              <a:rPr lang="en-IN" sz="1600" dirty="0">
                <a:solidFill>
                  <a:schemeClr val="tx1"/>
                </a:solidFill>
                <a:ea typeface="Times New Roman" panose="02020603050405020304"/>
                <a:cs typeface="Open Sans"/>
              </a:rPr>
              <a:t>Employee Management and Reference Documents</a:t>
            </a:r>
          </a:p>
          <a:p>
            <a:pPr marL="285750" indent="-285750" algn="just" defTabSz="666750">
              <a:lnSpc>
                <a:spcPct val="114000"/>
              </a:lnSpc>
              <a:spcBef>
                <a:spcPct val="0"/>
              </a:spcBef>
              <a:spcAft>
                <a:spcPts val="300"/>
              </a:spcAft>
              <a:buFont typeface="Arial" panose="020B0604020202020204" pitchFamily="34" charset="0"/>
              <a:buChar char="•"/>
            </a:pPr>
            <a:r>
              <a:rPr lang="en-IN" sz="1600" dirty="0" err="1">
                <a:solidFill>
                  <a:schemeClr val="tx1"/>
                </a:solidFill>
                <a:ea typeface="Times New Roman" panose="02020603050405020304"/>
                <a:cs typeface="Open Sans"/>
              </a:rPr>
              <a:t>PayRoll</a:t>
            </a:r>
            <a:r>
              <a:rPr lang="en-IN" sz="1600" dirty="0">
                <a:solidFill>
                  <a:schemeClr val="tx1"/>
                </a:solidFill>
                <a:ea typeface="Times New Roman" panose="02020603050405020304"/>
                <a:cs typeface="Open Sans"/>
              </a:rPr>
              <a:t> management</a:t>
            </a:r>
          </a:p>
          <a:p>
            <a:pPr indent="0" algn="just" defTabSz="666750">
              <a:lnSpc>
                <a:spcPct val="114000"/>
              </a:lnSpc>
              <a:spcBef>
                <a:spcPct val="0"/>
              </a:spcBef>
              <a:spcAft>
                <a:spcPts val="300"/>
              </a:spcAft>
              <a:buFont typeface="Arial" panose="020B0604020202020204" pitchFamily="34" charset="0"/>
              <a:buNone/>
            </a:pPr>
            <a:endParaRPr lang="en-IN" sz="1600" b="1" dirty="0">
              <a:solidFill>
                <a:schemeClr val="tx1"/>
              </a:solidFill>
              <a:latin typeface="+mj-lt"/>
              <a:ea typeface="Times New Roman" panose="02020603050405020304"/>
              <a:cs typeface="Open Sans"/>
            </a:endParaRPr>
          </a:p>
        </p:txBody>
      </p:sp>
      <p:sp>
        <p:nvSpPr>
          <p:cNvPr id="4" name="Title 2"/>
          <p:cNvSpPr txBox="1"/>
          <p:nvPr/>
        </p:nvSpPr>
        <p:spPr>
          <a:xfrm>
            <a:off x="1162864" y="229394"/>
            <a:ext cx="6588000" cy="468000"/>
          </a:xfrm>
          <a:prstGeom prst="rect">
            <a:avLst/>
          </a:prstGeom>
        </p:spPr>
        <p:txBody>
          <a:bodyPr anchor="ctr" anchorCtr="0"/>
          <a:lstStyle>
            <a:lvl1pPr>
              <a:defRPr>
                <a:latin typeface="+mj-lt"/>
                <a:ea typeface="+mj-ea"/>
                <a:cs typeface="+mj-cs"/>
              </a:defRPr>
            </a:lvl1pPr>
          </a:lstStyle>
          <a:p>
            <a:pPr defTabSz="914400"/>
            <a:r>
              <a:rPr lang="en-IN" sz="1800" b="1" kern="0" dirty="0">
                <a:solidFill>
                  <a:sysClr val="windowText" lastClr="000000"/>
                </a:solidFill>
              </a:rPr>
              <a:t>Project Approach</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298562" y="610394"/>
            <a:ext cx="11593288" cy="5892678"/>
          </a:xfrm>
          <a:prstGeom prst="rect">
            <a:avLst/>
          </a:prstGeom>
          <a:ln>
            <a:noFill/>
          </a:ln>
        </p:spPr>
        <p:style>
          <a:lnRef idx="0">
            <a:scrgbClr r="0" g="0" b="0"/>
          </a:lnRef>
          <a:fillRef idx="0">
            <a:scrgbClr r="0" g="0" b="0"/>
          </a:fillRef>
          <a:effectRef idx="0">
            <a:scrgbClr r="0" g="0" b="0"/>
          </a:effectRef>
          <a:fontRef idx="minor">
            <a:schemeClr val="lt1"/>
          </a:fontRef>
        </p:style>
        <p:txBody>
          <a:bodyPr spcFirstLastPara="0" vert="horz" wrap="square" lIns="125730" tIns="125730" rIns="125730" bIns="125730" numCol="1" spcCol="1270" rtlCol="0" anchor="t" anchorCtr="0">
            <a:noAutofit/>
          </a:bodyPr>
          <a:lstStyle/>
          <a:p>
            <a:pPr algn="just"/>
            <a:r>
              <a:rPr lang="en-IN" sz="1600" b="1" dirty="0">
                <a:solidFill>
                  <a:schemeClr val="tx1"/>
                </a:solidFill>
                <a:latin typeface="+mj-lt"/>
                <a:ea typeface="Times New Roman" panose="02020603050405020304"/>
                <a:cs typeface="Open Sans"/>
              </a:rPr>
              <a:t>Phases</a:t>
            </a:r>
            <a:r>
              <a:rPr lang="en-US" sz="1600" i="0" dirty="0">
                <a:solidFill>
                  <a:schemeClr val="tx1"/>
                </a:solidFill>
                <a:effectLst/>
                <a:latin typeface="+mj-lt"/>
              </a:rPr>
              <a:t>:</a:t>
            </a:r>
            <a:endParaRPr lang="en-US" sz="1600" i="0" dirty="0">
              <a:solidFill>
                <a:schemeClr val="tx1"/>
              </a:solidFill>
              <a:effectLst/>
            </a:endParaRPr>
          </a:p>
          <a:p>
            <a:pPr algn="just">
              <a:buFont typeface="+mj-lt"/>
              <a:buAutoNum type="arabicPeriod"/>
            </a:pPr>
            <a:r>
              <a:rPr lang="en-US" sz="1400" i="0" dirty="0">
                <a:solidFill>
                  <a:schemeClr val="tx1"/>
                </a:solidFill>
                <a:effectLst/>
              </a:rPr>
              <a:t>Requirement Analysis: We understand the functional needs of the HRMS application by gathering information.</a:t>
            </a:r>
          </a:p>
          <a:p>
            <a:pPr algn="just">
              <a:buFont typeface="+mj-lt"/>
              <a:buAutoNum type="arabicPeriod"/>
            </a:pPr>
            <a:endParaRPr lang="en-US" sz="1400" i="0" dirty="0">
              <a:solidFill>
                <a:schemeClr val="tx1"/>
              </a:solidFill>
              <a:effectLst/>
            </a:endParaRPr>
          </a:p>
          <a:p>
            <a:pPr algn="just">
              <a:buFont typeface="+mj-lt"/>
              <a:buAutoNum type="arabicPeriod"/>
            </a:pPr>
            <a:r>
              <a:rPr lang="en-US" sz="1400" i="0" dirty="0">
                <a:solidFill>
                  <a:schemeClr val="tx1"/>
                </a:solidFill>
                <a:effectLst/>
              </a:rPr>
              <a:t>Database Design: We create a well-structured database that stores and manages data effectively while ensuring proper relationships.</a:t>
            </a:r>
          </a:p>
          <a:p>
            <a:pPr algn="just">
              <a:buFont typeface="+mj-lt"/>
              <a:buAutoNum type="arabicPeriod"/>
            </a:pPr>
            <a:endParaRPr lang="en-US" sz="1400" i="0" dirty="0">
              <a:solidFill>
                <a:schemeClr val="tx1"/>
              </a:solidFill>
              <a:effectLst/>
            </a:endParaRPr>
          </a:p>
          <a:p>
            <a:pPr algn="just">
              <a:buFont typeface="+mj-lt"/>
              <a:buAutoNum type="arabicPeriod"/>
            </a:pPr>
            <a:r>
              <a:rPr lang="en-US" sz="1400" i="0" dirty="0">
                <a:solidFill>
                  <a:schemeClr val="tx1"/>
                </a:solidFill>
                <a:effectLst/>
              </a:rPr>
              <a:t>Functional Flow Identification: We identify and map out the flow of HR processes and workflows within the application to understand how tasks and information move through the system.</a:t>
            </a:r>
          </a:p>
          <a:p>
            <a:pPr algn="just">
              <a:buFont typeface="+mj-lt"/>
              <a:buAutoNum type="arabicPeriod"/>
            </a:pPr>
            <a:endParaRPr lang="en-US" sz="1400" i="0" dirty="0">
              <a:solidFill>
                <a:schemeClr val="tx1"/>
              </a:solidFill>
              <a:effectLst/>
            </a:endParaRPr>
          </a:p>
          <a:p>
            <a:pPr algn="just">
              <a:buFont typeface="+mj-lt"/>
              <a:buAutoNum type="arabicPeriod"/>
            </a:pPr>
            <a:r>
              <a:rPr lang="en-US" sz="1400" i="0" dirty="0">
                <a:solidFill>
                  <a:schemeClr val="tx1"/>
                </a:solidFill>
                <a:effectLst/>
              </a:rPr>
              <a:t>Wireframe Creation: We develop wireframes of the user interface to show the layout and structure of different screens and elements. </a:t>
            </a:r>
          </a:p>
          <a:p>
            <a:pPr algn="just">
              <a:buFont typeface="+mj-lt"/>
              <a:buAutoNum type="arabicPeriod"/>
            </a:pPr>
            <a:endParaRPr lang="en-US" sz="1400" i="0" dirty="0">
              <a:solidFill>
                <a:schemeClr val="tx1"/>
              </a:solidFill>
              <a:effectLst/>
            </a:endParaRPr>
          </a:p>
          <a:p>
            <a:pPr algn="just">
              <a:buFont typeface="+mj-lt"/>
              <a:buAutoNum type="arabicPeriod"/>
            </a:pPr>
            <a:r>
              <a:rPr lang="en-US" sz="1400" i="0" dirty="0">
                <a:solidFill>
                  <a:schemeClr val="tx1"/>
                </a:solidFill>
                <a:effectLst/>
              </a:rPr>
              <a:t>Controller Listing: We identify and categorize the different controllers that will handle specific functionalities.</a:t>
            </a:r>
          </a:p>
          <a:p>
            <a:pPr algn="just">
              <a:buFont typeface="+mj-lt"/>
              <a:buAutoNum type="arabicPeriod"/>
            </a:pPr>
            <a:endParaRPr lang="en-US" sz="1400" i="0" dirty="0">
              <a:solidFill>
                <a:schemeClr val="tx1"/>
              </a:solidFill>
              <a:effectLst/>
            </a:endParaRPr>
          </a:p>
          <a:p>
            <a:pPr algn="just">
              <a:buFont typeface="+mj-lt"/>
              <a:buAutoNum type="arabicPeriod"/>
            </a:pPr>
            <a:r>
              <a:rPr lang="en-US" sz="1400" i="0" dirty="0">
                <a:solidFill>
                  <a:schemeClr val="tx1"/>
                </a:solidFill>
                <a:effectLst/>
              </a:rPr>
              <a:t>Controller Distribution: We allocate responsibilities and tasks among the team members.</a:t>
            </a:r>
          </a:p>
          <a:p>
            <a:pPr algn="just">
              <a:buFont typeface="+mj-lt"/>
              <a:buAutoNum type="arabicPeriod"/>
            </a:pPr>
            <a:endParaRPr lang="en-US" sz="1400" i="0" dirty="0">
              <a:solidFill>
                <a:schemeClr val="tx1"/>
              </a:solidFill>
              <a:effectLst/>
            </a:endParaRPr>
          </a:p>
          <a:p>
            <a:pPr algn="just">
              <a:buFont typeface="+mj-lt"/>
              <a:buAutoNum type="arabicPeriod"/>
            </a:pPr>
            <a:r>
              <a:rPr lang="en-US" sz="1400" i="0" dirty="0">
                <a:solidFill>
                  <a:schemeClr val="tx1"/>
                </a:solidFill>
                <a:effectLst/>
              </a:rPr>
              <a:t>Inflow and Outflow Analysis: We analyze how data will be inputted, processed, and displayed within the application to ensure a smooth flow of information.</a:t>
            </a:r>
          </a:p>
          <a:p>
            <a:pPr algn="just">
              <a:buFont typeface="+mj-lt"/>
              <a:buAutoNum type="arabicPeriod"/>
            </a:pPr>
            <a:endParaRPr lang="en-US" sz="1400" i="0" dirty="0">
              <a:solidFill>
                <a:schemeClr val="tx1"/>
              </a:solidFill>
              <a:effectLst/>
            </a:endParaRPr>
          </a:p>
          <a:p>
            <a:pPr algn="just">
              <a:buFont typeface="+mj-lt"/>
              <a:buAutoNum type="arabicPeriod"/>
            </a:pPr>
            <a:r>
              <a:rPr lang="en-US" sz="1400" i="0" dirty="0">
                <a:solidFill>
                  <a:schemeClr val="tx1"/>
                </a:solidFill>
                <a:effectLst/>
              </a:rPr>
              <a:t>Model Definition and Implementation: We define and implement the necessary models (e.g., employee, induction, leave, payroll).</a:t>
            </a:r>
          </a:p>
          <a:p>
            <a:pPr algn="just">
              <a:buFont typeface="+mj-lt"/>
              <a:buAutoNum type="arabicPeriod"/>
            </a:pPr>
            <a:endParaRPr lang="en-US" sz="1400" i="0" dirty="0">
              <a:solidFill>
                <a:schemeClr val="tx1"/>
              </a:solidFill>
              <a:effectLst/>
            </a:endParaRPr>
          </a:p>
          <a:p>
            <a:pPr algn="just">
              <a:buFont typeface="+mj-lt"/>
              <a:buAutoNum type="arabicPeriod"/>
            </a:pPr>
            <a:r>
              <a:rPr lang="en-US" sz="1400" i="0" dirty="0">
                <a:solidFill>
                  <a:schemeClr val="tx1"/>
                </a:solidFill>
                <a:effectLst/>
              </a:rPr>
              <a:t>BLL, DAO Implementation: We develop the core functionality of the application, including business rules and data access mechanisms.</a:t>
            </a:r>
          </a:p>
          <a:p>
            <a:pPr algn="just">
              <a:buFont typeface="+mj-lt"/>
              <a:buAutoNum type="arabicPeriod"/>
            </a:pPr>
            <a:endParaRPr lang="en-US" sz="1400" i="0" dirty="0">
              <a:solidFill>
                <a:schemeClr val="tx1"/>
              </a:solidFill>
              <a:effectLst/>
            </a:endParaRPr>
          </a:p>
          <a:p>
            <a:pPr algn="just">
              <a:buFont typeface="+mj-lt"/>
              <a:buAutoNum type="arabicPeriod"/>
            </a:pPr>
            <a:r>
              <a:rPr lang="en-US" sz="1400" i="0" dirty="0">
                <a:solidFill>
                  <a:schemeClr val="tx1"/>
                </a:solidFill>
                <a:effectLst/>
              </a:rPr>
              <a:t>Functionality Integration: We integrate the different functionalities and modules of the HRMS application.</a:t>
            </a:r>
          </a:p>
          <a:p>
            <a:pPr algn="just">
              <a:buFont typeface="+mj-lt"/>
              <a:buAutoNum type="arabicPeriod"/>
            </a:pPr>
            <a:endParaRPr lang="en-US" sz="1400" i="0" dirty="0">
              <a:solidFill>
                <a:schemeClr val="tx1"/>
              </a:solidFill>
              <a:effectLst/>
            </a:endParaRPr>
          </a:p>
          <a:p>
            <a:pPr algn="just">
              <a:buFont typeface="+mj-lt"/>
              <a:buAutoNum type="arabicPeriod"/>
            </a:pPr>
            <a:r>
              <a:rPr lang="en-US" sz="1400" i="0" dirty="0">
                <a:solidFill>
                  <a:schemeClr val="tx1"/>
                </a:solidFill>
                <a:effectLst/>
              </a:rPr>
              <a:t>Validation and Exception Handling: We implement mechanisms to validate data inputs and handle exceptions or errors.</a:t>
            </a:r>
          </a:p>
          <a:p>
            <a:pPr algn="just">
              <a:buFont typeface="+mj-lt"/>
              <a:buAutoNum type="arabicPeriod"/>
            </a:pPr>
            <a:endParaRPr lang="en-US" sz="1400" i="0" dirty="0">
              <a:solidFill>
                <a:schemeClr val="tx1"/>
              </a:solidFill>
              <a:effectLst/>
            </a:endParaRPr>
          </a:p>
          <a:p>
            <a:pPr algn="just">
              <a:buFont typeface="+mj-lt"/>
              <a:buAutoNum type="arabicPeriod"/>
            </a:pPr>
            <a:r>
              <a:rPr lang="en-US" sz="1400" i="0" dirty="0">
                <a:solidFill>
                  <a:schemeClr val="tx1"/>
                </a:solidFill>
                <a:effectLst/>
              </a:rPr>
              <a:t>User Interface Design: We  and user-friendly interface that is easy to navigate, and presents information in a clear and understandable manner.</a:t>
            </a:r>
          </a:p>
        </p:txBody>
      </p:sp>
      <p:sp>
        <p:nvSpPr>
          <p:cNvPr id="4" name="Title 2"/>
          <p:cNvSpPr txBox="1"/>
          <p:nvPr/>
        </p:nvSpPr>
        <p:spPr>
          <a:xfrm>
            <a:off x="1162864" y="107474"/>
            <a:ext cx="6588000" cy="468000"/>
          </a:xfrm>
          <a:prstGeom prst="rect">
            <a:avLst/>
          </a:prstGeom>
        </p:spPr>
        <p:txBody>
          <a:bodyPr anchor="ctr" anchorCtr="0"/>
          <a:lstStyle>
            <a:lvl1pPr>
              <a:defRPr>
                <a:latin typeface="+mj-lt"/>
                <a:ea typeface="+mj-ea"/>
                <a:cs typeface="+mj-cs"/>
              </a:defRPr>
            </a:lvl1pPr>
          </a:lstStyle>
          <a:p>
            <a:pPr defTabSz="914400"/>
            <a:r>
              <a:rPr lang="en-IN" sz="1800" b="1" kern="0" dirty="0">
                <a:solidFill>
                  <a:sysClr val="windowText" lastClr="000000"/>
                </a:solidFill>
              </a:rPr>
              <a:t>Project Approach</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261619" y="436265"/>
            <a:ext cx="11472387" cy="5924689"/>
          </a:xfrm>
          <a:prstGeom prst="rect">
            <a:avLst/>
          </a:prstGeom>
          <a:ln>
            <a:noFill/>
          </a:ln>
        </p:spPr>
        <p:style>
          <a:lnRef idx="0">
            <a:scrgbClr r="0" g="0" b="0"/>
          </a:lnRef>
          <a:fillRef idx="0">
            <a:scrgbClr r="0" g="0" b="0"/>
          </a:fillRef>
          <a:effectRef idx="0">
            <a:scrgbClr r="0" g="0" b="0"/>
          </a:effectRef>
          <a:fontRef idx="minor">
            <a:schemeClr val="lt1"/>
          </a:fontRef>
        </p:style>
        <p:txBody>
          <a:bodyPr spcFirstLastPara="0" vert="horz" wrap="square" lIns="125730" tIns="125730" rIns="125730" bIns="125730" numCol="1" spcCol="1270" rtlCol="0" anchor="t" anchorCtr="0">
            <a:noAutofit/>
          </a:bodyPr>
          <a:lstStyle/>
          <a:p>
            <a:pPr algn="just" defTabSz="666750">
              <a:lnSpc>
                <a:spcPct val="114000"/>
              </a:lnSpc>
              <a:spcBef>
                <a:spcPct val="0"/>
              </a:spcBef>
              <a:spcAft>
                <a:spcPts val="300"/>
              </a:spcAft>
            </a:pPr>
            <a:r>
              <a:rPr lang="en-IN" sz="1600" b="1" dirty="0">
                <a:solidFill>
                  <a:schemeClr val="tx1"/>
                </a:solidFill>
                <a:latin typeface="+mj-lt"/>
              </a:rPr>
              <a:t>Planning - Tasks &amp; Task Allocation</a:t>
            </a:r>
          </a:p>
          <a:p>
            <a:pPr algn="just" defTabSz="666750">
              <a:lnSpc>
                <a:spcPct val="114000"/>
              </a:lnSpc>
              <a:spcBef>
                <a:spcPct val="0"/>
              </a:spcBef>
              <a:spcAft>
                <a:spcPts val="300"/>
              </a:spcAft>
            </a:pPr>
            <a:endParaRPr lang="en-IN" sz="1600" b="1" dirty="0">
              <a:solidFill>
                <a:schemeClr val="tx1"/>
              </a:solidFill>
              <a:latin typeface="+mj-lt"/>
            </a:endParaRPr>
          </a:p>
          <a:p>
            <a:pPr algn="just" defTabSz="666750">
              <a:lnSpc>
                <a:spcPct val="114000"/>
              </a:lnSpc>
              <a:spcBef>
                <a:spcPct val="0"/>
              </a:spcBef>
              <a:spcAft>
                <a:spcPts val="300"/>
              </a:spcAft>
            </a:pPr>
            <a:endParaRPr lang="en-IN" sz="1600" b="1" dirty="0">
              <a:solidFill>
                <a:schemeClr val="tx1"/>
              </a:solidFill>
              <a:latin typeface="+mj-lt"/>
            </a:endParaRPr>
          </a:p>
          <a:p>
            <a:pPr algn="just" defTabSz="666750">
              <a:lnSpc>
                <a:spcPct val="114000"/>
              </a:lnSpc>
              <a:spcBef>
                <a:spcPct val="0"/>
              </a:spcBef>
              <a:spcAft>
                <a:spcPts val="300"/>
              </a:spcAft>
            </a:pPr>
            <a:endParaRPr lang="en-IN" sz="1600" b="1" dirty="0">
              <a:solidFill>
                <a:schemeClr val="tx1"/>
              </a:solidFill>
              <a:latin typeface="+mj-lt"/>
            </a:endParaRPr>
          </a:p>
          <a:p>
            <a:pPr algn="just" defTabSz="666750">
              <a:lnSpc>
                <a:spcPct val="114000"/>
              </a:lnSpc>
              <a:spcBef>
                <a:spcPct val="0"/>
              </a:spcBef>
              <a:spcAft>
                <a:spcPts val="300"/>
              </a:spcAft>
            </a:pPr>
            <a:endParaRPr lang="en-IN" sz="1600" b="1" dirty="0">
              <a:solidFill>
                <a:schemeClr val="tx1"/>
              </a:solidFill>
              <a:latin typeface="+mj-lt"/>
              <a:ea typeface="Times New Roman" panose="02020603050405020304"/>
              <a:cs typeface="Open Sans"/>
            </a:endParaRPr>
          </a:p>
          <a:p>
            <a:pPr marL="1394460" lvl="4" indent="-285750" algn="just" defTabSz="666750">
              <a:lnSpc>
                <a:spcPct val="114000"/>
              </a:lnSpc>
              <a:spcBef>
                <a:spcPct val="0"/>
              </a:spcBef>
              <a:spcAft>
                <a:spcPts val="300"/>
              </a:spcAft>
              <a:buFont typeface="Arial" panose="020B0604020202020204" pitchFamily="34" charset="0"/>
              <a:buChar char="•"/>
            </a:pPr>
            <a:endParaRPr lang="en-IN" sz="1600" b="1" dirty="0">
              <a:solidFill>
                <a:schemeClr val="tx1"/>
              </a:solidFill>
              <a:latin typeface="+mj-lt"/>
              <a:ea typeface="Times New Roman" panose="02020603050405020304"/>
              <a:cs typeface="Open Sans"/>
            </a:endParaRPr>
          </a:p>
          <a:p>
            <a:pPr algn="just" defTabSz="666750">
              <a:lnSpc>
                <a:spcPct val="114000"/>
              </a:lnSpc>
              <a:spcBef>
                <a:spcPct val="0"/>
              </a:spcBef>
              <a:spcAft>
                <a:spcPts val="300"/>
              </a:spcAft>
            </a:pPr>
            <a:endParaRPr lang="en-IN" sz="1600" b="1" dirty="0">
              <a:solidFill>
                <a:schemeClr val="tx1"/>
              </a:solidFill>
              <a:latin typeface="+mj-lt"/>
              <a:ea typeface="Times New Roman" panose="02020603050405020304"/>
              <a:cs typeface="Open Sans"/>
            </a:endParaRPr>
          </a:p>
          <a:p>
            <a:pPr algn="just" defTabSz="666750">
              <a:lnSpc>
                <a:spcPct val="114000"/>
              </a:lnSpc>
              <a:spcBef>
                <a:spcPct val="0"/>
              </a:spcBef>
              <a:spcAft>
                <a:spcPts val="300"/>
              </a:spcAft>
            </a:pPr>
            <a:endParaRPr lang="en-IN" sz="1600" b="1" dirty="0">
              <a:solidFill>
                <a:schemeClr val="tx1"/>
              </a:solidFill>
              <a:latin typeface="+mj-lt"/>
              <a:ea typeface="Times New Roman" panose="02020603050405020304"/>
              <a:cs typeface="Open Sans"/>
            </a:endParaRPr>
          </a:p>
          <a:p>
            <a:pPr algn="just" defTabSz="666750">
              <a:lnSpc>
                <a:spcPct val="114000"/>
              </a:lnSpc>
              <a:spcBef>
                <a:spcPct val="0"/>
              </a:spcBef>
              <a:spcAft>
                <a:spcPts val="300"/>
              </a:spcAft>
            </a:pPr>
            <a:endParaRPr lang="en-IN" sz="1600" b="1" dirty="0">
              <a:solidFill>
                <a:schemeClr val="tx1"/>
              </a:solidFill>
              <a:latin typeface="+mj-lt"/>
              <a:ea typeface="Times New Roman" panose="02020603050405020304"/>
              <a:cs typeface="Open Sans"/>
            </a:endParaRPr>
          </a:p>
          <a:p>
            <a:pPr algn="just" defTabSz="666750">
              <a:lnSpc>
                <a:spcPct val="114000"/>
              </a:lnSpc>
              <a:spcBef>
                <a:spcPct val="0"/>
              </a:spcBef>
              <a:spcAft>
                <a:spcPts val="300"/>
              </a:spcAft>
            </a:pPr>
            <a:endParaRPr lang="en-IN" sz="1600" b="1" dirty="0">
              <a:solidFill>
                <a:schemeClr val="tx1"/>
              </a:solidFill>
              <a:latin typeface="+mj-lt"/>
              <a:ea typeface="Times New Roman" panose="02020603050405020304"/>
              <a:cs typeface="Open Sans"/>
            </a:endParaRPr>
          </a:p>
        </p:txBody>
      </p:sp>
      <p:sp>
        <p:nvSpPr>
          <p:cNvPr id="4" name="Title 2"/>
          <p:cNvSpPr txBox="1"/>
          <p:nvPr/>
        </p:nvSpPr>
        <p:spPr>
          <a:xfrm>
            <a:off x="1162864" y="8905"/>
            <a:ext cx="6588000" cy="468000"/>
          </a:xfrm>
          <a:prstGeom prst="rect">
            <a:avLst/>
          </a:prstGeom>
        </p:spPr>
        <p:txBody>
          <a:bodyPr anchor="ctr" anchorCtr="0"/>
          <a:lstStyle>
            <a:lvl1pPr>
              <a:defRPr>
                <a:latin typeface="+mj-lt"/>
                <a:ea typeface="+mj-ea"/>
                <a:cs typeface="+mj-cs"/>
              </a:defRPr>
            </a:lvl1pPr>
          </a:lstStyle>
          <a:p>
            <a:pPr defTabSz="914400"/>
            <a:r>
              <a:rPr lang="en-IN" sz="1800" b="1" kern="0" dirty="0">
                <a:solidFill>
                  <a:sysClr val="windowText" lastClr="000000"/>
                </a:solidFill>
              </a:rPr>
              <a:t>Project Planning, Management &amp; Control</a:t>
            </a:r>
          </a:p>
        </p:txBody>
      </p:sp>
      <p:graphicFrame>
        <p:nvGraphicFramePr>
          <p:cNvPr id="13" name="Table 12"/>
          <p:cNvGraphicFramePr>
            <a:graphicFrameLocks noGrp="1"/>
          </p:cNvGraphicFramePr>
          <p:nvPr>
            <p:extLst>
              <p:ext uri="{D42A27DB-BD31-4B8C-83A1-F6EECF244321}">
                <p14:modId xmlns:p14="http://schemas.microsoft.com/office/powerpoint/2010/main" val="2560188027"/>
              </p:ext>
            </p:extLst>
          </p:nvPr>
        </p:nvGraphicFramePr>
        <p:xfrm>
          <a:off x="261619" y="915195"/>
          <a:ext cx="11435397" cy="5417856"/>
        </p:xfrm>
        <a:graphic>
          <a:graphicData uri="http://schemas.openxmlformats.org/drawingml/2006/table">
            <a:tbl>
              <a:tblPr firstRow="1" bandRow="1">
                <a:tableStyleId>{5C22544A-7EE6-4342-B048-85BDC9FD1C3A}</a:tableStyleId>
              </a:tblPr>
              <a:tblGrid>
                <a:gridCol w="3811799">
                  <a:extLst>
                    <a:ext uri="{9D8B030D-6E8A-4147-A177-3AD203B41FA5}">
                      <a16:colId xmlns:a16="http://schemas.microsoft.com/office/drawing/2014/main" val="20000"/>
                    </a:ext>
                  </a:extLst>
                </a:gridCol>
                <a:gridCol w="3811799">
                  <a:extLst>
                    <a:ext uri="{9D8B030D-6E8A-4147-A177-3AD203B41FA5}">
                      <a16:colId xmlns:a16="http://schemas.microsoft.com/office/drawing/2014/main" val="20001"/>
                    </a:ext>
                  </a:extLst>
                </a:gridCol>
                <a:gridCol w="3811799">
                  <a:extLst>
                    <a:ext uri="{9D8B030D-6E8A-4147-A177-3AD203B41FA5}">
                      <a16:colId xmlns:a16="http://schemas.microsoft.com/office/drawing/2014/main" val="20002"/>
                    </a:ext>
                  </a:extLst>
                </a:gridCol>
              </a:tblGrid>
              <a:tr h="421104">
                <a:tc>
                  <a:txBody>
                    <a:bodyPr/>
                    <a:lstStyle/>
                    <a:p>
                      <a:r>
                        <a:rPr lang="en-IN" dirty="0"/>
                        <a:t>MODULE</a:t>
                      </a:r>
                    </a:p>
                  </a:txBody>
                  <a:tcPr/>
                </a:tc>
                <a:tc>
                  <a:txBody>
                    <a:bodyPr/>
                    <a:lstStyle/>
                    <a:p>
                      <a:r>
                        <a:rPr lang="en-IN" dirty="0"/>
                        <a:t>FUNCTIONALITIES</a:t>
                      </a:r>
                    </a:p>
                  </a:txBody>
                  <a:tcPr/>
                </a:tc>
                <a:tc>
                  <a:txBody>
                    <a:bodyPr/>
                    <a:lstStyle/>
                    <a:p>
                      <a:r>
                        <a:rPr lang="en-IN" dirty="0"/>
                        <a:t>ALLOCATED TO</a:t>
                      </a:r>
                    </a:p>
                  </a:txBody>
                  <a:tcPr/>
                </a:tc>
                <a:extLst>
                  <a:ext uri="{0D108BD9-81ED-4DB2-BD59-A6C34878D82A}">
                    <a16:rowId xmlns:a16="http://schemas.microsoft.com/office/drawing/2014/main" val="10000"/>
                  </a:ext>
                </a:extLst>
              </a:tr>
              <a:tr h="336882">
                <a:tc>
                  <a:txBody>
                    <a:bodyPr/>
                    <a:lstStyle/>
                    <a:p>
                      <a:r>
                        <a:rPr lang="en-IN" b="1" dirty="0"/>
                        <a:t>ALMS</a:t>
                      </a:r>
                    </a:p>
                  </a:txBody>
                  <a:tcPr/>
                </a:tc>
                <a:tc>
                  <a:txBody>
                    <a:bodyPr/>
                    <a:lstStyle/>
                    <a:p>
                      <a:r>
                        <a:rPr lang="en-IN" dirty="0"/>
                        <a:t>Attendance</a:t>
                      </a:r>
                      <a:r>
                        <a:rPr lang="en-IN" baseline="0" dirty="0"/>
                        <a:t> </a:t>
                      </a:r>
                      <a:endParaRPr lang="en-IN" dirty="0"/>
                    </a:p>
                  </a:txBody>
                  <a:tcPr/>
                </a:tc>
                <a:tc>
                  <a:txBody>
                    <a:bodyPr/>
                    <a:lstStyle/>
                    <a:p>
                      <a:pPr marL="0" marR="0" indent="0" defTabSz="914400" rtl="0" eaLnBrk="1" fontAlgn="auto" latinLnBrk="0" hangingPunct="1">
                        <a:lnSpc>
                          <a:spcPct val="100000"/>
                        </a:lnSpc>
                        <a:spcBef>
                          <a:spcPts val="0"/>
                        </a:spcBef>
                        <a:spcAft>
                          <a:spcPts val="0"/>
                        </a:spcAft>
                        <a:buClrTx/>
                        <a:buSzTx/>
                        <a:buFontTx/>
                        <a:buNone/>
                        <a:tabLst/>
                        <a:defRPr/>
                      </a:pPr>
                      <a:r>
                        <a:rPr lang="en-IN" sz="1800" dirty="0" err="1">
                          <a:solidFill>
                            <a:schemeClr val="dk1"/>
                          </a:solidFill>
                          <a:effectLst/>
                          <a:latin typeface="+mn-lt"/>
                          <a:ea typeface="+mn-ea"/>
                          <a:cs typeface="+mn-cs"/>
                        </a:rPr>
                        <a:t>P.Nagaraju</a:t>
                      </a:r>
                      <a:endParaRPr lang="en-IN" dirty="0">
                        <a:effectLst/>
                      </a:endParaRPr>
                    </a:p>
                  </a:txBody>
                  <a:tcPr/>
                </a:tc>
                <a:extLst>
                  <a:ext uri="{0D108BD9-81ED-4DB2-BD59-A6C34878D82A}">
                    <a16:rowId xmlns:a16="http://schemas.microsoft.com/office/drawing/2014/main" val="10001"/>
                  </a:ext>
                </a:extLst>
              </a:tr>
              <a:tr h="336882">
                <a:tc>
                  <a:txBody>
                    <a:bodyPr/>
                    <a:lstStyle/>
                    <a:p>
                      <a:endParaRPr lang="en-IN"/>
                    </a:p>
                  </a:txBody>
                  <a:tcPr/>
                </a:tc>
                <a:tc>
                  <a:txBody>
                    <a:bodyPr/>
                    <a:lstStyle/>
                    <a:p>
                      <a:r>
                        <a:rPr lang="en-IN" dirty="0"/>
                        <a:t>Permissions</a:t>
                      </a:r>
                    </a:p>
                  </a:txBody>
                  <a:tcPr/>
                </a:tc>
                <a:tc>
                  <a:txBody>
                    <a:bodyPr/>
                    <a:lstStyle/>
                    <a:p>
                      <a:r>
                        <a:rPr lang="en-IN" dirty="0" err="1"/>
                        <a:t>S.Satvika</a:t>
                      </a:r>
                      <a:r>
                        <a:rPr lang="en-IN" dirty="0"/>
                        <a:t> Reddy</a:t>
                      </a:r>
                    </a:p>
                  </a:txBody>
                  <a:tcPr/>
                </a:tc>
                <a:extLst>
                  <a:ext uri="{0D108BD9-81ED-4DB2-BD59-A6C34878D82A}">
                    <a16:rowId xmlns:a16="http://schemas.microsoft.com/office/drawing/2014/main" val="10002"/>
                  </a:ext>
                </a:extLst>
              </a:tr>
              <a:tr h="336882">
                <a:tc>
                  <a:txBody>
                    <a:bodyPr/>
                    <a:lstStyle/>
                    <a:p>
                      <a:endParaRPr lang="en-IN"/>
                    </a:p>
                  </a:txBody>
                  <a:tcPr/>
                </a:tc>
                <a:tc>
                  <a:txBody>
                    <a:bodyPr/>
                    <a:lstStyle/>
                    <a:p>
                      <a:r>
                        <a:rPr lang="en-IN" dirty="0"/>
                        <a:t>Holidays</a:t>
                      </a:r>
                    </a:p>
                  </a:txBody>
                  <a:tcPr/>
                </a:tc>
                <a:tc>
                  <a:txBody>
                    <a:bodyPr/>
                    <a:lstStyle/>
                    <a:p>
                      <a:r>
                        <a:rPr lang="en-IN" dirty="0" err="1"/>
                        <a:t>SN.Chandra</a:t>
                      </a:r>
                      <a:r>
                        <a:rPr lang="en-IN" dirty="0"/>
                        <a:t> </a:t>
                      </a:r>
                      <a:r>
                        <a:rPr lang="en-IN" dirty="0" err="1"/>
                        <a:t>Sekhar</a:t>
                      </a:r>
                      <a:endParaRPr lang="en-IN" dirty="0"/>
                    </a:p>
                  </a:txBody>
                  <a:tcPr/>
                </a:tc>
                <a:extLst>
                  <a:ext uri="{0D108BD9-81ED-4DB2-BD59-A6C34878D82A}">
                    <a16:rowId xmlns:a16="http://schemas.microsoft.com/office/drawing/2014/main" val="10003"/>
                  </a:ext>
                </a:extLst>
              </a:tr>
              <a:tr h="336882">
                <a:tc>
                  <a:txBody>
                    <a:bodyPr/>
                    <a:lstStyle/>
                    <a:p>
                      <a:endParaRPr lang="en-IN"/>
                    </a:p>
                  </a:txBody>
                  <a:tcPr/>
                </a:tc>
                <a:tc>
                  <a:txBody>
                    <a:bodyPr/>
                    <a:lstStyle/>
                    <a:p>
                      <a:r>
                        <a:rPr lang="en-IN" dirty="0"/>
                        <a:t>Leaves</a:t>
                      </a:r>
                    </a:p>
                  </a:txBody>
                  <a:tcPr/>
                </a:tc>
                <a:tc>
                  <a:txBody>
                    <a:bodyPr/>
                    <a:lstStyle/>
                    <a:p>
                      <a:r>
                        <a:rPr lang="en-IN" sz="1800" dirty="0" err="1">
                          <a:solidFill>
                            <a:schemeClr val="dk1"/>
                          </a:solidFill>
                          <a:effectLst/>
                          <a:latin typeface="+mn-lt"/>
                          <a:ea typeface="+mn-ea"/>
                          <a:cs typeface="+mn-cs"/>
                        </a:rPr>
                        <a:t>P.Nagaraju</a:t>
                      </a:r>
                      <a:endParaRPr lang="en-IN" dirty="0"/>
                    </a:p>
                  </a:txBody>
                  <a:tcPr/>
                </a:tc>
                <a:extLst>
                  <a:ext uri="{0D108BD9-81ED-4DB2-BD59-A6C34878D82A}">
                    <a16:rowId xmlns:a16="http://schemas.microsoft.com/office/drawing/2014/main" val="10004"/>
                  </a:ext>
                </a:extLst>
              </a:tr>
              <a:tr h="336882">
                <a:tc>
                  <a:txBody>
                    <a:bodyPr/>
                    <a:lstStyle/>
                    <a:p>
                      <a:pPr marL="0" marR="0" indent="0" algn="just" defTabSz="914400" eaLnBrk="1" fontAlgn="auto" latinLnBrk="0" hangingPunct="1">
                        <a:lnSpc>
                          <a:spcPct val="100000"/>
                        </a:lnSpc>
                        <a:spcBef>
                          <a:spcPts val="0"/>
                        </a:spcBef>
                        <a:spcAft>
                          <a:spcPts val="0"/>
                        </a:spcAft>
                        <a:buClrTx/>
                        <a:buSzTx/>
                        <a:buFontTx/>
                        <a:buNone/>
                        <a:tabLst/>
                        <a:defRPr/>
                      </a:pPr>
                      <a:r>
                        <a:rPr lang="en-IN" sz="1800" b="1" dirty="0">
                          <a:solidFill>
                            <a:schemeClr val="tx1"/>
                          </a:solidFill>
                          <a:ea typeface="Times New Roman" panose="02020603050405020304"/>
                          <a:cs typeface="Open Sans"/>
                        </a:rPr>
                        <a:t>Candidate</a:t>
                      </a:r>
                      <a:r>
                        <a:rPr lang="en-IN" sz="1800" b="1" baseline="0" dirty="0">
                          <a:solidFill>
                            <a:schemeClr val="tx1"/>
                          </a:solidFill>
                          <a:ea typeface="Times New Roman" panose="02020603050405020304"/>
                          <a:cs typeface="Open Sans"/>
                        </a:rPr>
                        <a:t> &amp; </a:t>
                      </a:r>
                      <a:r>
                        <a:rPr lang="en-IN" sz="1800" b="1" dirty="0">
                          <a:solidFill>
                            <a:schemeClr val="tx1"/>
                          </a:solidFill>
                          <a:ea typeface="Times New Roman" panose="02020603050405020304"/>
                          <a:cs typeface="Open Sans"/>
                        </a:rPr>
                        <a:t>Induction Management</a:t>
                      </a:r>
                    </a:p>
                  </a:txBody>
                  <a:tcPr/>
                </a:tc>
                <a:tc>
                  <a:txBody>
                    <a:bodyPr/>
                    <a:lstStyle/>
                    <a:p>
                      <a:r>
                        <a:rPr lang="en-IN" dirty="0"/>
                        <a:t>Candidate</a:t>
                      </a:r>
                      <a:r>
                        <a:rPr lang="en-IN" baseline="0" dirty="0"/>
                        <a:t> management</a:t>
                      </a:r>
                      <a:endParaRPr lang="en-IN" dirty="0"/>
                    </a:p>
                  </a:txBody>
                  <a:tcPr/>
                </a:tc>
                <a:tc>
                  <a:txBody>
                    <a:bodyPr/>
                    <a:lstStyle/>
                    <a:p>
                      <a:pPr marL="0" marR="0" indent="0" defTabSz="914400" rtl="0" eaLnBrk="1" fontAlgn="auto" latinLnBrk="0" hangingPunct="1">
                        <a:lnSpc>
                          <a:spcPct val="100000"/>
                        </a:lnSpc>
                        <a:spcBef>
                          <a:spcPts val="0"/>
                        </a:spcBef>
                        <a:spcAft>
                          <a:spcPts val="0"/>
                        </a:spcAft>
                        <a:buClrTx/>
                        <a:buSzTx/>
                        <a:buFontTx/>
                        <a:buNone/>
                        <a:tabLst/>
                        <a:defRPr/>
                      </a:pPr>
                      <a:r>
                        <a:rPr lang="en-IN" sz="1800" dirty="0" err="1">
                          <a:solidFill>
                            <a:schemeClr val="dk1"/>
                          </a:solidFill>
                          <a:effectLst/>
                          <a:latin typeface="+mn-lt"/>
                          <a:ea typeface="+mn-ea"/>
                          <a:cs typeface="+mn-cs"/>
                        </a:rPr>
                        <a:t>P.Bhaskar</a:t>
                      </a:r>
                      <a:r>
                        <a:rPr lang="en-IN" sz="1800" dirty="0">
                          <a:solidFill>
                            <a:schemeClr val="dk1"/>
                          </a:solidFill>
                          <a:effectLst/>
                          <a:latin typeface="+mn-lt"/>
                          <a:ea typeface="+mn-ea"/>
                          <a:cs typeface="+mn-cs"/>
                        </a:rPr>
                        <a:t> </a:t>
                      </a:r>
                      <a:r>
                        <a:rPr lang="en-IN" sz="1800" dirty="0" err="1">
                          <a:solidFill>
                            <a:schemeClr val="dk1"/>
                          </a:solidFill>
                          <a:effectLst/>
                          <a:latin typeface="+mn-lt"/>
                          <a:ea typeface="+mn-ea"/>
                          <a:cs typeface="+mn-cs"/>
                        </a:rPr>
                        <a:t>Akshay</a:t>
                      </a:r>
                      <a:endParaRPr lang="en-IN" dirty="0">
                        <a:effectLst/>
                      </a:endParaRPr>
                    </a:p>
                  </a:txBody>
                  <a:tcPr/>
                </a:tc>
                <a:extLst>
                  <a:ext uri="{0D108BD9-81ED-4DB2-BD59-A6C34878D82A}">
                    <a16:rowId xmlns:a16="http://schemas.microsoft.com/office/drawing/2014/main" val="10005"/>
                  </a:ext>
                </a:extLst>
              </a:tr>
              <a:tr h="336882">
                <a:tc>
                  <a:txBody>
                    <a:bodyPr/>
                    <a:lstStyle/>
                    <a:p>
                      <a:endParaRPr lang="en-IN"/>
                    </a:p>
                  </a:txBody>
                  <a:tcPr/>
                </a:tc>
                <a:tc>
                  <a:txBody>
                    <a:bodyPr/>
                    <a:lstStyle/>
                    <a:p>
                      <a:r>
                        <a:rPr lang="en-IN" dirty="0"/>
                        <a:t>Offer letter</a:t>
                      </a:r>
                    </a:p>
                  </a:txBody>
                  <a:tcPr/>
                </a:tc>
                <a:tc>
                  <a:txBody>
                    <a:bodyPr/>
                    <a:lstStyle/>
                    <a:p>
                      <a:pPr marL="0" marR="0" indent="0" defTabSz="914400" rtl="0" eaLnBrk="1" fontAlgn="auto" latinLnBrk="0" hangingPunct="1">
                        <a:lnSpc>
                          <a:spcPct val="100000"/>
                        </a:lnSpc>
                        <a:spcBef>
                          <a:spcPts val="0"/>
                        </a:spcBef>
                        <a:spcAft>
                          <a:spcPts val="0"/>
                        </a:spcAft>
                        <a:buClrTx/>
                        <a:buSzTx/>
                        <a:buFontTx/>
                        <a:buNone/>
                        <a:tabLst/>
                        <a:defRPr/>
                      </a:pPr>
                      <a:r>
                        <a:rPr lang="en-IN" sz="1800" dirty="0" err="1">
                          <a:solidFill>
                            <a:schemeClr val="dk1"/>
                          </a:solidFill>
                          <a:effectLst/>
                          <a:latin typeface="+mn-lt"/>
                          <a:ea typeface="+mn-ea"/>
                          <a:cs typeface="+mn-cs"/>
                        </a:rPr>
                        <a:t>Sk.Yahud</a:t>
                      </a:r>
                      <a:r>
                        <a:rPr lang="en-IN" sz="1800" dirty="0">
                          <a:solidFill>
                            <a:schemeClr val="dk1"/>
                          </a:solidFill>
                          <a:effectLst/>
                          <a:latin typeface="+mn-lt"/>
                          <a:ea typeface="+mn-ea"/>
                          <a:cs typeface="+mn-cs"/>
                        </a:rPr>
                        <a:t> </a:t>
                      </a:r>
                      <a:r>
                        <a:rPr lang="en-IN" sz="1800" dirty="0" err="1">
                          <a:solidFill>
                            <a:schemeClr val="dk1"/>
                          </a:solidFill>
                          <a:effectLst/>
                          <a:latin typeface="+mn-lt"/>
                          <a:ea typeface="+mn-ea"/>
                          <a:cs typeface="+mn-cs"/>
                        </a:rPr>
                        <a:t>Hussain</a:t>
                      </a:r>
                      <a:endParaRPr lang="en-IN" dirty="0">
                        <a:effectLst/>
                      </a:endParaRPr>
                    </a:p>
                  </a:txBody>
                  <a:tcPr/>
                </a:tc>
                <a:extLst>
                  <a:ext uri="{0D108BD9-81ED-4DB2-BD59-A6C34878D82A}">
                    <a16:rowId xmlns:a16="http://schemas.microsoft.com/office/drawing/2014/main" val="10006"/>
                  </a:ext>
                </a:extLst>
              </a:tr>
              <a:tr h="336882">
                <a:tc>
                  <a:txBody>
                    <a:bodyPr/>
                    <a:lstStyle/>
                    <a:p>
                      <a:endParaRPr lang="en-IN"/>
                    </a:p>
                  </a:txBody>
                  <a:tcPr/>
                </a:tc>
                <a:tc>
                  <a:txBody>
                    <a:bodyPr/>
                    <a:lstStyle/>
                    <a:p>
                      <a:r>
                        <a:rPr lang="en-IN" dirty="0"/>
                        <a:t>Induction management</a:t>
                      </a:r>
                    </a:p>
                  </a:txBody>
                  <a:tcPr/>
                </a:tc>
                <a:tc>
                  <a:txBody>
                    <a:bodyPr/>
                    <a:lstStyle/>
                    <a:p>
                      <a:pPr marL="0" marR="0" indent="0" defTabSz="914400" rtl="0" eaLnBrk="1" fontAlgn="auto" latinLnBrk="0" hangingPunct="1">
                        <a:lnSpc>
                          <a:spcPct val="100000"/>
                        </a:lnSpc>
                        <a:spcBef>
                          <a:spcPts val="0"/>
                        </a:spcBef>
                        <a:spcAft>
                          <a:spcPts val="0"/>
                        </a:spcAft>
                        <a:buClrTx/>
                        <a:buSzTx/>
                        <a:buFontTx/>
                        <a:buNone/>
                        <a:tabLst/>
                        <a:defRPr/>
                      </a:pPr>
                      <a:r>
                        <a:rPr lang="en-IN" sz="1800" dirty="0" err="1">
                          <a:solidFill>
                            <a:schemeClr val="dk1"/>
                          </a:solidFill>
                          <a:effectLst/>
                          <a:latin typeface="+mn-lt"/>
                          <a:ea typeface="+mn-ea"/>
                          <a:cs typeface="+mn-cs"/>
                        </a:rPr>
                        <a:t>G.Sowjanya</a:t>
                      </a:r>
                      <a:endParaRPr lang="en-IN" dirty="0">
                        <a:effectLst/>
                      </a:endParaRPr>
                    </a:p>
                  </a:txBody>
                  <a:tcPr/>
                </a:tc>
                <a:extLst>
                  <a:ext uri="{0D108BD9-81ED-4DB2-BD59-A6C34878D82A}">
                    <a16:rowId xmlns:a16="http://schemas.microsoft.com/office/drawing/2014/main" val="10007"/>
                  </a:ext>
                </a:extLst>
              </a:tr>
              <a:tr h="643878">
                <a:tc>
                  <a:txBody>
                    <a:bodyPr/>
                    <a:lstStyle/>
                    <a:p>
                      <a:pPr marL="0" marR="0" indent="0" algn="just" defTabSz="666750" eaLnBrk="1" fontAlgn="auto" latinLnBrk="0" hangingPunct="1">
                        <a:lnSpc>
                          <a:spcPct val="114000"/>
                        </a:lnSpc>
                        <a:spcBef>
                          <a:spcPct val="0"/>
                        </a:spcBef>
                        <a:spcAft>
                          <a:spcPts val="300"/>
                        </a:spcAft>
                        <a:buClrTx/>
                        <a:buSzTx/>
                        <a:buFont typeface="Arial" panose="020B0604020202020204" pitchFamily="34" charset="0"/>
                        <a:buNone/>
                        <a:tabLst/>
                        <a:defRPr/>
                      </a:pPr>
                      <a:r>
                        <a:rPr lang="en-IN" sz="1800" b="1" dirty="0">
                          <a:solidFill>
                            <a:schemeClr val="tx1"/>
                          </a:solidFill>
                          <a:ea typeface="Times New Roman" panose="02020603050405020304"/>
                          <a:cs typeface="Open Sans"/>
                        </a:rPr>
                        <a:t>Employee Management and Reference Documents</a:t>
                      </a:r>
                    </a:p>
                  </a:txBody>
                  <a:tcPr/>
                </a:tc>
                <a:tc>
                  <a:txBody>
                    <a:bodyPr/>
                    <a:lstStyle/>
                    <a:p>
                      <a:r>
                        <a:rPr lang="en-IN" dirty="0"/>
                        <a:t>Login</a:t>
                      </a:r>
                      <a:r>
                        <a:rPr lang="en-IN" baseline="0" dirty="0"/>
                        <a:t> for employee and admin</a:t>
                      </a:r>
                      <a:endParaRPr lang="en-IN" dirty="0"/>
                    </a:p>
                  </a:txBody>
                  <a:tcPr/>
                </a:tc>
                <a:tc>
                  <a:txBody>
                    <a:bodyPr/>
                    <a:lstStyle/>
                    <a:p>
                      <a:pPr marL="0" marR="0" indent="0" defTabSz="914400" rtl="0" eaLnBrk="1" fontAlgn="auto" latinLnBrk="0" hangingPunct="1">
                        <a:lnSpc>
                          <a:spcPct val="100000"/>
                        </a:lnSpc>
                        <a:spcBef>
                          <a:spcPts val="0"/>
                        </a:spcBef>
                        <a:spcAft>
                          <a:spcPts val="0"/>
                        </a:spcAft>
                        <a:buClrTx/>
                        <a:buSzTx/>
                        <a:buFontTx/>
                        <a:buNone/>
                        <a:tabLst/>
                        <a:defRPr/>
                      </a:pPr>
                      <a:r>
                        <a:rPr lang="en-IN" sz="1800" dirty="0" err="1">
                          <a:solidFill>
                            <a:schemeClr val="dk1"/>
                          </a:solidFill>
                          <a:effectLst/>
                          <a:latin typeface="+mn-lt"/>
                          <a:ea typeface="+mn-ea"/>
                          <a:cs typeface="+mn-cs"/>
                        </a:rPr>
                        <a:t>Sk.Yahud</a:t>
                      </a:r>
                      <a:r>
                        <a:rPr lang="en-IN" sz="1800" dirty="0">
                          <a:solidFill>
                            <a:schemeClr val="dk1"/>
                          </a:solidFill>
                          <a:effectLst/>
                          <a:latin typeface="+mn-lt"/>
                          <a:ea typeface="+mn-ea"/>
                          <a:cs typeface="+mn-cs"/>
                        </a:rPr>
                        <a:t> </a:t>
                      </a:r>
                      <a:r>
                        <a:rPr lang="en-IN" sz="1800" dirty="0" err="1">
                          <a:solidFill>
                            <a:schemeClr val="dk1"/>
                          </a:solidFill>
                          <a:effectLst/>
                          <a:latin typeface="+mn-lt"/>
                          <a:ea typeface="+mn-ea"/>
                          <a:cs typeface="+mn-cs"/>
                        </a:rPr>
                        <a:t>Hussain</a:t>
                      </a:r>
                      <a:endParaRPr lang="en-IN" dirty="0">
                        <a:effectLst/>
                      </a:endParaRPr>
                    </a:p>
                  </a:txBody>
                  <a:tcPr/>
                </a:tc>
                <a:extLst>
                  <a:ext uri="{0D108BD9-81ED-4DB2-BD59-A6C34878D82A}">
                    <a16:rowId xmlns:a16="http://schemas.microsoft.com/office/drawing/2014/main" val="10008"/>
                  </a:ext>
                </a:extLst>
              </a:tr>
              <a:tr h="589544">
                <a:tc>
                  <a:txBody>
                    <a:bodyPr/>
                    <a:lstStyle/>
                    <a:p>
                      <a:r>
                        <a:rPr lang="en-IN" dirty="0"/>
                        <a:t> </a:t>
                      </a:r>
                    </a:p>
                  </a:txBody>
                  <a:tcPr/>
                </a:tc>
                <a:tc>
                  <a:txBody>
                    <a:bodyPr/>
                    <a:lstStyle/>
                    <a:p>
                      <a:r>
                        <a:rPr lang="en-IN" dirty="0"/>
                        <a:t>Employee</a:t>
                      </a:r>
                      <a:r>
                        <a:rPr lang="en-IN" baseline="0" dirty="0"/>
                        <a:t> handling</a:t>
                      </a:r>
                      <a:endParaRPr lang="en-IN" dirty="0"/>
                    </a:p>
                  </a:txBody>
                  <a:tcPr/>
                </a:tc>
                <a:tc>
                  <a:txBody>
                    <a:bodyPr/>
                    <a:lstStyle/>
                    <a:p>
                      <a:pPr marL="0" marR="0" indent="0" defTabSz="914400" eaLnBrk="1" fontAlgn="auto" latinLnBrk="0" hangingPunct="1">
                        <a:lnSpc>
                          <a:spcPct val="100000"/>
                        </a:lnSpc>
                        <a:spcBef>
                          <a:spcPts val="0"/>
                        </a:spcBef>
                        <a:spcAft>
                          <a:spcPts val="0"/>
                        </a:spcAft>
                        <a:buClrTx/>
                        <a:buSzTx/>
                        <a:buFontTx/>
                        <a:buNone/>
                        <a:tabLst/>
                        <a:defRPr/>
                      </a:pPr>
                      <a:r>
                        <a:rPr lang="en-IN" dirty="0" err="1"/>
                        <a:t>SN.Chandra</a:t>
                      </a:r>
                      <a:r>
                        <a:rPr lang="en-IN" dirty="0"/>
                        <a:t> </a:t>
                      </a:r>
                      <a:r>
                        <a:rPr lang="en-IN" dirty="0" err="1"/>
                        <a:t>Sekhar</a:t>
                      </a:r>
                      <a:endParaRPr lang="en-IN" dirty="0"/>
                    </a:p>
                    <a:p>
                      <a:endParaRPr lang="en-IN" dirty="0"/>
                    </a:p>
                  </a:txBody>
                  <a:tcPr/>
                </a:tc>
                <a:extLst>
                  <a:ext uri="{0D108BD9-81ED-4DB2-BD59-A6C34878D82A}">
                    <a16:rowId xmlns:a16="http://schemas.microsoft.com/office/drawing/2014/main" val="10009"/>
                  </a:ext>
                </a:extLst>
              </a:tr>
              <a:tr h="336882">
                <a:tc>
                  <a:txBody>
                    <a:bodyPr/>
                    <a:lstStyle/>
                    <a:p>
                      <a:endParaRPr lang="en-IN"/>
                    </a:p>
                  </a:txBody>
                  <a:tcPr/>
                </a:tc>
                <a:tc>
                  <a:txBody>
                    <a:bodyPr/>
                    <a:lstStyle/>
                    <a:p>
                      <a:r>
                        <a:rPr lang="en-IN" dirty="0"/>
                        <a:t>Reference Documents</a:t>
                      </a:r>
                    </a:p>
                  </a:txBody>
                  <a:tcPr/>
                </a:tc>
                <a:tc>
                  <a:txBody>
                    <a:bodyPr/>
                    <a:lstStyle/>
                    <a:p>
                      <a:pPr marL="0" marR="0" indent="0" defTabSz="914400" rtl="0" eaLnBrk="1" fontAlgn="auto" latinLnBrk="0" hangingPunct="1">
                        <a:lnSpc>
                          <a:spcPct val="100000"/>
                        </a:lnSpc>
                        <a:spcBef>
                          <a:spcPts val="0"/>
                        </a:spcBef>
                        <a:spcAft>
                          <a:spcPts val="0"/>
                        </a:spcAft>
                        <a:buClrTx/>
                        <a:buSzTx/>
                        <a:buFontTx/>
                        <a:buNone/>
                        <a:tabLst/>
                        <a:defRPr/>
                      </a:pPr>
                      <a:r>
                        <a:rPr lang="en-IN" sz="1800" dirty="0" err="1">
                          <a:solidFill>
                            <a:schemeClr val="dk1"/>
                          </a:solidFill>
                          <a:effectLst/>
                          <a:latin typeface="+mn-lt"/>
                          <a:ea typeface="+mn-ea"/>
                          <a:cs typeface="+mn-cs"/>
                        </a:rPr>
                        <a:t>G.Sowjanya</a:t>
                      </a:r>
                      <a:endParaRPr lang="en-IN" dirty="0">
                        <a:effectLst/>
                      </a:endParaRPr>
                    </a:p>
                  </a:txBody>
                  <a:tcPr/>
                </a:tc>
                <a:extLst>
                  <a:ext uri="{0D108BD9-81ED-4DB2-BD59-A6C34878D82A}">
                    <a16:rowId xmlns:a16="http://schemas.microsoft.com/office/drawing/2014/main" val="10010"/>
                  </a:ext>
                </a:extLst>
              </a:tr>
              <a:tr h="336882">
                <a:tc>
                  <a:txBody>
                    <a:bodyPr/>
                    <a:lstStyle/>
                    <a:p>
                      <a:pPr marL="0" marR="0" indent="0" algn="just" defTabSz="914400" eaLnBrk="1" fontAlgn="auto" latinLnBrk="0" hangingPunct="1">
                        <a:lnSpc>
                          <a:spcPct val="100000"/>
                        </a:lnSpc>
                        <a:spcBef>
                          <a:spcPts val="0"/>
                        </a:spcBef>
                        <a:spcAft>
                          <a:spcPts val="0"/>
                        </a:spcAft>
                        <a:buClrTx/>
                        <a:buSzTx/>
                        <a:buFontTx/>
                        <a:buNone/>
                        <a:tabLst/>
                        <a:defRPr/>
                      </a:pPr>
                      <a:r>
                        <a:rPr lang="en-IN" sz="1800" b="1" dirty="0" err="1">
                          <a:solidFill>
                            <a:schemeClr val="tx1"/>
                          </a:solidFill>
                          <a:ea typeface="Times New Roman" panose="02020603050405020304"/>
                          <a:cs typeface="Open Sans"/>
                        </a:rPr>
                        <a:t>PayRoll</a:t>
                      </a:r>
                      <a:r>
                        <a:rPr lang="en-IN" sz="1800" b="1" dirty="0">
                          <a:solidFill>
                            <a:schemeClr val="tx1"/>
                          </a:solidFill>
                          <a:ea typeface="Times New Roman" panose="02020603050405020304"/>
                          <a:cs typeface="Open Sans"/>
                        </a:rPr>
                        <a:t> management</a:t>
                      </a:r>
                    </a:p>
                  </a:txBody>
                  <a:tcPr/>
                </a:tc>
                <a:tc>
                  <a:txBody>
                    <a:bodyPr/>
                    <a:lstStyle/>
                    <a:p>
                      <a:r>
                        <a:rPr lang="en-IN" dirty="0"/>
                        <a:t>Processing payrolls</a:t>
                      </a:r>
                    </a:p>
                  </a:txBody>
                  <a:tcPr/>
                </a:tc>
                <a:tc>
                  <a:txBody>
                    <a:bodyPr/>
                    <a:lstStyle/>
                    <a:p>
                      <a:r>
                        <a:rPr lang="en-IN" dirty="0" err="1"/>
                        <a:t>S.Satvika</a:t>
                      </a:r>
                      <a:r>
                        <a:rPr lang="en-IN" dirty="0"/>
                        <a:t> Reddy</a:t>
                      </a:r>
                    </a:p>
                  </a:txBody>
                  <a:tcPr/>
                </a:tc>
                <a:extLst>
                  <a:ext uri="{0D108BD9-81ED-4DB2-BD59-A6C34878D82A}">
                    <a16:rowId xmlns:a16="http://schemas.microsoft.com/office/drawing/2014/main" val="10011"/>
                  </a:ext>
                </a:extLst>
              </a:tr>
              <a:tr h="336882">
                <a:tc>
                  <a:txBody>
                    <a:bodyPr/>
                    <a:lstStyle/>
                    <a:p>
                      <a:endParaRPr lang="en-IN"/>
                    </a:p>
                  </a:txBody>
                  <a:tcPr/>
                </a:tc>
                <a:tc>
                  <a:txBody>
                    <a:bodyPr/>
                    <a:lstStyle/>
                    <a:p>
                      <a:r>
                        <a:rPr lang="en-IN" dirty="0"/>
                        <a:t>Generating</a:t>
                      </a:r>
                      <a:r>
                        <a:rPr lang="en-IN" baseline="0" dirty="0"/>
                        <a:t> payslip</a:t>
                      </a:r>
                      <a:endParaRPr lang="en-IN" dirty="0"/>
                    </a:p>
                  </a:txBody>
                  <a:tcPr/>
                </a:tc>
                <a:tc>
                  <a:txBody>
                    <a:bodyPr/>
                    <a:lstStyle/>
                    <a:p>
                      <a:pPr marL="0" marR="0" indent="0" defTabSz="914400" rtl="0" eaLnBrk="1" fontAlgn="auto" latinLnBrk="0" hangingPunct="1">
                        <a:lnSpc>
                          <a:spcPct val="100000"/>
                        </a:lnSpc>
                        <a:spcBef>
                          <a:spcPts val="0"/>
                        </a:spcBef>
                        <a:spcAft>
                          <a:spcPts val="0"/>
                        </a:spcAft>
                        <a:buClrTx/>
                        <a:buSzTx/>
                        <a:buFontTx/>
                        <a:buNone/>
                        <a:tabLst/>
                        <a:defRPr/>
                      </a:pPr>
                      <a:r>
                        <a:rPr lang="en-IN" sz="1800" dirty="0" err="1">
                          <a:solidFill>
                            <a:schemeClr val="dk1"/>
                          </a:solidFill>
                          <a:effectLst/>
                          <a:latin typeface="+mn-lt"/>
                          <a:ea typeface="+mn-ea"/>
                          <a:cs typeface="+mn-cs"/>
                        </a:rPr>
                        <a:t>P.Bhaskar</a:t>
                      </a:r>
                      <a:r>
                        <a:rPr lang="en-IN" sz="1800" dirty="0">
                          <a:solidFill>
                            <a:schemeClr val="dk1"/>
                          </a:solidFill>
                          <a:effectLst/>
                          <a:latin typeface="+mn-lt"/>
                          <a:ea typeface="+mn-ea"/>
                          <a:cs typeface="+mn-cs"/>
                        </a:rPr>
                        <a:t> </a:t>
                      </a:r>
                      <a:r>
                        <a:rPr lang="en-IN" sz="1800" dirty="0" err="1">
                          <a:solidFill>
                            <a:schemeClr val="dk1"/>
                          </a:solidFill>
                          <a:effectLst/>
                          <a:latin typeface="+mn-lt"/>
                          <a:ea typeface="+mn-ea"/>
                          <a:cs typeface="+mn-cs"/>
                        </a:rPr>
                        <a:t>Akshay</a:t>
                      </a:r>
                      <a:endParaRPr lang="en-IN" dirty="0">
                        <a:effectLst/>
                      </a:endParaRPr>
                    </a:p>
                  </a:txBody>
                  <a:tcPr/>
                </a:tc>
                <a:extLst>
                  <a:ext uri="{0D108BD9-81ED-4DB2-BD59-A6C34878D82A}">
                    <a16:rowId xmlns:a16="http://schemas.microsoft.com/office/drawing/2014/main" val="10012"/>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0206" y="291187"/>
            <a:ext cx="11582789" cy="6199133"/>
          </a:xfrm>
          <a:prstGeom prst="rect">
            <a:avLst/>
          </a:prstGeom>
        </p:spPr>
        <p:txBody>
          <a:bodyPr wrap="square">
            <a:spAutoFit/>
          </a:bodyPr>
          <a:lstStyle/>
          <a:p>
            <a:pPr algn="just">
              <a:lnSpc>
                <a:spcPct val="150000"/>
              </a:lnSpc>
            </a:pPr>
            <a:r>
              <a:rPr lang="en-IN" sz="1450" b="1" dirty="0"/>
              <a:t>	</a:t>
            </a:r>
            <a:r>
              <a:rPr lang="en-IN" sz="1600" b="1" dirty="0"/>
              <a:t>       </a:t>
            </a:r>
          </a:p>
          <a:p>
            <a:pPr algn="just">
              <a:lnSpc>
                <a:spcPct val="150000"/>
              </a:lnSpc>
            </a:pPr>
            <a:r>
              <a:rPr lang="en-IN" sz="1600" b="1" dirty="0"/>
              <a:t>Project Controls Adopted </a:t>
            </a:r>
          </a:p>
          <a:p>
            <a:pPr marL="342900" indent="-342900" algn="just">
              <a:lnSpc>
                <a:spcPct val="150000"/>
              </a:lnSpc>
              <a:buFont typeface="+mj-lt"/>
              <a:buAutoNum type="arabicPeriod"/>
            </a:pPr>
            <a:r>
              <a:rPr lang="en-IN" sz="1400" b="1" dirty="0"/>
              <a:t>Work Breakdown:</a:t>
            </a:r>
          </a:p>
          <a:p>
            <a:pPr marL="620395" lvl="1" indent="-342900" algn="just">
              <a:lnSpc>
                <a:spcPct val="150000"/>
              </a:lnSpc>
              <a:buFont typeface="Arial" panose="020B0604020202020204" pitchFamily="34" charset="0"/>
              <a:buChar char="•"/>
            </a:pPr>
            <a:r>
              <a:rPr lang="en-IN" sz="1400" b="1" dirty="0"/>
              <a:t>Requirement gathering and </a:t>
            </a:r>
            <a:r>
              <a:rPr lang="en-IN" sz="1400" b="1" dirty="0" err="1"/>
              <a:t>analysis:</a:t>
            </a:r>
            <a:r>
              <a:rPr lang="en-IN" sz="1400" dirty="0" err="1"/>
              <a:t>We</a:t>
            </a:r>
            <a:r>
              <a:rPr lang="en-IN" sz="1400" dirty="0"/>
              <a:t> first analysed the functional and technical requirements of the HRMS application.</a:t>
            </a:r>
          </a:p>
          <a:p>
            <a:pPr marL="620395" lvl="1" indent="-342900" algn="just">
              <a:lnSpc>
                <a:spcPct val="150000"/>
              </a:lnSpc>
              <a:buFont typeface="Arial" panose="020B0604020202020204" pitchFamily="34" charset="0"/>
              <a:buChar char="•"/>
            </a:pPr>
            <a:r>
              <a:rPr lang="en-IN" sz="1400" b="1" dirty="0"/>
              <a:t>Design and database schema </a:t>
            </a:r>
            <a:r>
              <a:rPr lang="en-IN" sz="1400" b="1" dirty="0" err="1"/>
              <a:t>development:</a:t>
            </a:r>
            <a:r>
              <a:rPr lang="en-IN" sz="1400" dirty="0" err="1"/>
              <a:t>Created</a:t>
            </a:r>
            <a:r>
              <a:rPr lang="en-IN" sz="1400" dirty="0"/>
              <a:t>  database schemas to store employee data, attendance records, leave requests, payrolls and other relevant information. Defined relationships between the database tables and establish data integrity constraints.</a:t>
            </a:r>
          </a:p>
          <a:p>
            <a:pPr marL="620395" lvl="1" indent="-342900" algn="just">
              <a:lnSpc>
                <a:spcPct val="150000"/>
              </a:lnSpc>
              <a:buFont typeface="Arial" panose="020B0604020202020204" pitchFamily="34" charset="0"/>
              <a:buChar char="•"/>
            </a:pPr>
            <a:r>
              <a:rPr lang="en-IN" sz="1400" b="1" dirty="0"/>
              <a:t>Front-end development of modules: </a:t>
            </a:r>
            <a:r>
              <a:rPr lang="en-IN" sz="1400" dirty="0"/>
              <a:t>Designed the user interface for both the employee and admin modules.</a:t>
            </a:r>
          </a:p>
          <a:p>
            <a:pPr marL="620395" lvl="1" indent="-342900" algn="just">
              <a:lnSpc>
                <a:spcPct val="150000"/>
              </a:lnSpc>
              <a:buFont typeface="Arial" panose="020B0604020202020204" pitchFamily="34" charset="0"/>
              <a:buChar char="•"/>
            </a:pPr>
            <a:r>
              <a:rPr lang="en-IN" sz="1400" b="1" dirty="0"/>
              <a:t>Back-end development of </a:t>
            </a:r>
            <a:r>
              <a:rPr lang="en-IN" sz="1400" b="1" dirty="0" err="1"/>
              <a:t>modules:</a:t>
            </a:r>
            <a:r>
              <a:rPr lang="en-IN" sz="1400" dirty="0" err="1"/>
              <a:t>Implemented</a:t>
            </a:r>
            <a:r>
              <a:rPr lang="en-IN" sz="1400" dirty="0"/>
              <a:t> the required functionality for each module, such as login, dashboard, profile management, attendance tracking, leave and permission management, document management and payroll </a:t>
            </a:r>
            <a:r>
              <a:rPr lang="en-IN" sz="1400" dirty="0" err="1"/>
              <a:t>processing.Integrate</a:t>
            </a:r>
            <a:r>
              <a:rPr lang="en-IN" sz="1400" dirty="0"/>
              <a:t> the front-end components with the back-end logic to enable seamless data flow and interaction.</a:t>
            </a:r>
          </a:p>
          <a:p>
            <a:pPr marL="620395" lvl="1" indent="-342900" algn="just">
              <a:lnSpc>
                <a:spcPct val="150000"/>
              </a:lnSpc>
              <a:buFont typeface="Arial" panose="020B0604020202020204" pitchFamily="34" charset="0"/>
              <a:buChar char="•"/>
            </a:pPr>
            <a:r>
              <a:rPr lang="en-IN" sz="1400" b="1" dirty="0"/>
              <a:t>Logging &amp; </a:t>
            </a:r>
            <a:r>
              <a:rPr lang="en-IN" sz="1400" b="1" dirty="0" err="1"/>
              <a:t>Testing:</a:t>
            </a:r>
            <a:r>
              <a:rPr lang="en-IN" sz="1400" dirty="0" err="1"/>
              <a:t>Implemented</a:t>
            </a:r>
            <a:r>
              <a:rPr lang="en-IN" sz="1400" dirty="0"/>
              <a:t> logging using SL4J and testing individual components, modules, or functions to ensure they function correctly using </a:t>
            </a:r>
            <a:r>
              <a:rPr lang="en-IN" sz="1400" dirty="0" err="1"/>
              <a:t>TestNG</a:t>
            </a:r>
            <a:r>
              <a:rPr lang="en-IN" sz="1400" dirty="0"/>
              <a:t>.</a:t>
            </a:r>
          </a:p>
          <a:p>
            <a:pPr marL="342900" indent="-342900" algn="just">
              <a:lnSpc>
                <a:spcPct val="150000"/>
              </a:lnSpc>
              <a:buFont typeface="+mj-lt"/>
              <a:buAutoNum type="arabicPeriod"/>
            </a:pPr>
            <a:r>
              <a:rPr lang="en-IN" sz="1400" b="1" dirty="0"/>
              <a:t>Milestones:</a:t>
            </a:r>
            <a:endParaRPr lang="en-IN" sz="1400" dirty="0"/>
          </a:p>
          <a:p>
            <a:pPr marL="620395" lvl="1" indent="-342900" algn="just">
              <a:spcAft>
                <a:spcPts val="50"/>
              </a:spcAft>
              <a:buFont typeface="Arial" panose="020B0604020202020204" pitchFamily="34" charset="0"/>
              <a:buChar char="•"/>
            </a:pPr>
            <a:r>
              <a:rPr lang="en-IN" sz="1400" b="1" dirty="0"/>
              <a:t>1</a:t>
            </a:r>
            <a:r>
              <a:rPr lang="en-IN" sz="1400" b="1" baseline="30000" dirty="0"/>
              <a:t>st</a:t>
            </a:r>
            <a:r>
              <a:rPr lang="en-IN" sz="1400" b="1" dirty="0"/>
              <a:t> June 2023:</a:t>
            </a:r>
            <a:r>
              <a:rPr lang="en-IN" sz="1400" dirty="0"/>
              <a:t>Project have been assigned.</a:t>
            </a:r>
          </a:p>
          <a:p>
            <a:pPr marL="620395" lvl="1" indent="-342900" algn="just">
              <a:spcAft>
                <a:spcPts val="50"/>
              </a:spcAft>
              <a:buFont typeface="Arial" panose="020B0604020202020204" pitchFamily="34" charset="0"/>
              <a:buChar char="•"/>
            </a:pPr>
            <a:r>
              <a:rPr lang="en-IN" sz="1400" b="1" dirty="0"/>
              <a:t>5</a:t>
            </a:r>
            <a:r>
              <a:rPr lang="en-IN" sz="1400" b="1" baseline="30000" dirty="0"/>
              <a:t>th</a:t>
            </a:r>
            <a:r>
              <a:rPr lang="en-IN" sz="1400" b="1" dirty="0"/>
              <a:t> June 2023: </a:t>
            </a:r>
            <a:r>
              <a:rPr lang="en-IN" sz="1400" dirty="0"/>
              <a:t>Completion of Requirement gathering and analysis.</a:t>
            </a:r>
          </a:p>
          <a:p>
            <a:pPr marL="620395" lvl="1" indent="-342900" algn="just">
              <a:spcAft>
                <a:spcPts val="50"/>
              </a:spcAft>
              <a:buFont typeface="Arial" panose="020B0604020202020204" pitchFamily="34" charset="0"/>
              <a:buChar char="•"/>
            </a:pPr>
            <a:r>
              <a:rPr lang="en-IN" sz="1400" b="1" dirty="0"/>
              <a:t>9</a:t>
            </a:r>
            <a:r>
              <a:rPr lang="en-IN" sz="1400" b="1" baseline="30000" dirty="0"/>
              <a:t>th</a:t>
            </a:r>
            <a:r>
              <a:rPr lang="en-IN" sz="1400" b="1" dirty="0"/>
              <a:t> June 2023:</a:t>
            </a:r>
            <a:r>
              <a:rPr lang="en-IN" sz="1400" dirty="0"/>
              <a:t>Design and database schema finalized.</a:t>
            </a:r>
          </a:p>
          <a:p>
            <a:pPr marL="620395" lvl="1" indent="-342900" algn="just">
              <a:spcAft>
                <a:spcPts val="50"/>
              </a:spcAft>
              <a:buFont typeface="Arial" panose="020B0604020202020204" pitchFamily="34" charset="0"/>
              <a:buChar char="•"/>
            </a:pPr>
            <a:r>
              <a:rPr lang="en-IN" sz="1400" b="1" dirty="0"/>
              <a:t>14</a:t>
            </a:r>
            <a:r>
              <a:rPr lang="en-IN" sz="1400" b="1" baseline="30000" dirty="0"/>
              <a:t>th</a:t>
            </a:r>
            <a:r>
              <a:rPr lang="en-IN" sz="1400" b="1" dirty="0"/>
              <a:t> June 2023:</a:t>
            </a:r>
            <a:r>
              <a:rPr lang="en-IN" sz="1400" dirty="0"/>
              <a:t>Front-end screens completed.</a:t>
            </a:r>
            <a:endParaRPr lang="en-IN" sz="1400" b="1" dirty="0"/>
          </a:p>
          <a:p>
            <a:pPr marL="620395" lvl="1" indent="-342900" algn="just">
              <a:spcAft>
                <a:spcPts val="50"/>
              </a:spcAft>
              <a:buFont typeface="Arial" panose="020B0604020202020204" pitchFamily="34" charset="0"/>
              <a:buChar char="•"/>
            </a:pPr>
            <a:r>
              <a:rPr lang="en-IN" sz="1400" b="1" dirty="0"/>
              <a:t>20</a:t>
            </a:r>
            <a:r>
              <a:rPr lang="en-IN" sz="1400" b="1" baseline="30000" dirty="0"/>
              <a:t>th</a:t>
            </a:r>
            <a:r>
              <a:rPr lang="en-IN" sz="1400" b="1" dirty="0"/>
              <a:t> June 2023:</a:t>
            </a:r>
            <a:r>
              <a:rPr lang="en-IN" sz="1400" dirty="0"/>
              <a:t>Additonal databases were added according to the functionality.</a:t>
            </a:r>
          </a:p>
          <a:p>
            <a:pPr marL="620395" lvl="1" indent="-342900" algn="just">
              <a:spcAft>
                <a:spcPts val="50"/>
              </a:spcAft>
              <a:buFont typeface="Arial" panose="020B0604020202020204" pitchFamily="34" charset="0"/>
              <a:buChar char="•"/>
            </a:pPr>
            <a:r>
              <a:rPr lang="en-IN" sz="1400" b="1" dirty="0"/>
              <a:t>30</a:t>
            </a:r>
            <a:r>
              <a:rPr lang="en-IN" sz="1400" b="1" baseline="30000" dirty="0"/>
              <a:t>th</a:t>
            </a:r>
            <a:r>
              <a:rPr lang="en-IN" sz="1400" b="1" dirty="0"/>
              <a:t> June 2023:</a:t>
            </a:r>
            <a:r>
              <a:rPr lang="en-IN" sz="1400" dirty="0"/>
              <a:t>Back-end development completed.</a:t>
            </a:r>
          </a:p>
          <a:p>
            <a:pPr marL="620395" lvl="1" indent="-342900" algn="just">
              <a:spcAft>
                <a:spcPts val="50"/>
              </a:spcAft>
              <a:buFont typeface="Arial" panose="020B0604020202020204" pitchFamily="34" charset="0"/>
              <a:buChar char="•"/>
            </a:pPr>
            <a:r>
              <a:rPr lang="en-IN" sz="1400" b="1" dirty="0"/>
              <a:t>8</a:t>
            </a:r>
            <a:r>
              <a:rPr lang="en-IN" sz="1400" b="1" baseline="30000" dirty="0"/>
              <a:t>th</a:t>
            </a:r>
            <a:r>
              <a:rPr lang="en-IN" sz="1400" b="1" dirty="0"/>
              <a:t> July 2023:</a:t>
            </a:r>
            <a:r>
              <a:rPr lang="en-IN" sz="1400" dirty="0"/>
              <a:t>Logging and testing phase completed.</a:t>
            </a:r>
          </a:p>
          <a:p>
            <a:pPr marL="620395" lvl="1" indent="-342900" algn="just">
              <a:spcAft>
                <a:spcPts val="50"/>
              </a:spcAft>
              <a:buFont typeface="Arial" panose="020B0604020202020204" pitchFamily="34" charset="0"/>
              <a:buChar char="•"/>
            </a:pPr>
            <a:r>
              <a:rPr lang="en-IN" sz="1400" b="1" dirty="0"/>
              <a:t>9</a:t>
            </a:r>
            <a:r>
              <a:rPr lang="en-IN" sz="1400" b="1" baseline="30000" dirty="0"/>
              <a:t>th</a:t>
            </a:r>
            <a:r>
              <a:rPr lang="en-IN" sz="1400" b="1" dirty="0"/>
              <a:t> July 2023:</a:t>
            </a:r>
            <a:r>
              <a:rPr lang="en-IN" sz="1400" dirty="0"/>
              <a:t>Project Submitted.</a:t>
            </a:r>
            <a:endParaRPr lang="en-IN" sz="1600" b="1" dirty="0"/>
          </a:p>
        </p:txBody>
      </p:sp>
    </p:spTree>
    <p:extLst>
      <p:ext uri="{BB962C8B-B14F-4D97-AF65-F5344CB8AC3E}">
        <p14:creationId xmlns:p14="http://schemas.microsoft.com/office/powerpoint/2010/main" val="33219727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txBox="1"/>
          <p:nvPr/>
        </p:nvSpPr>
        <p:spPr>
          <a:xfrm>
            <a:off x="1162864" y="229394"/>
            <a:ext cx="6588000" cy="468000"/>
          </a:xfrm>
          <a:prstGeom prst="rect">
            <a:avLst/>
          </a:prstGeom>
        </p:spPr>
        <p:txBody>
          <a:bodyPr anchor="ctr" anchorCtr="0"/>
          <a:lstStyle>
            <a:lvl1pPr>
              <a:defRPr>
                <a:latin typeface="+mj-lt"/>
                <a:ea typeface="+mj-ea"/>
                <a:cs typeface="+mj-cs"/>
              </a:defRPr>
            </a:lvl1pPr>
          </a:lstStyle>
          <a:p>
            <a:pPr defTabSz="914400"/>
            <a:r>
              <a:rPr lang="en-IN" sz="1800" b="1" kern="0" dirty="0">
                <a:solidFill>
                  <a:sysClr val="windowText" lastClr="000000"/>
                </a:solidFill>
              </a:rPr>
              <a:t>Project – Demonstration </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261764" y="697394"/>
            <a:ext cx="11593288" cy="5704200"/>
          </a:xfrm>
          <a:prstGeom prst="rect">
            <a:avLst/>
          </a:prstGeom>
          <a:ln>
            <a:noFill/>
          </a:ln>
        </p:spPr>
        <p:style>
          <a:lnRef idx="0">
            <a:scrgbClr r="0" g="0" b="0"/>
          </a:lnRef>
          <a:fillRef idx="0">
            <a:scrgbClr r="0" g="0" b="0"/>
          </a:fillRef>
          <a:effectRef idx="0">
            <a:scrgbClr r="0" g="0" b="0"/>
          </a:effectRef>
          <a:fontRef idx="minor">
            <a:schemeClr val="lt1"/>
          </a:fontRef>
        </p:style>
        <p:txBody>
          <a:bodyPr spcFirstLastPara="0" vert="horz" wrap="square" lIns="125730" tIns="125730" rIns="125730" bIns="125730" numCol="1" spcCol="1270" rtlCol="0" anchor="t" anchorCtr="0">
            <a:noAutofit/>
          </a:bodyPr>
          <a:lstStyle/>
          <a:p>
            <a:pPr algn="just" defTabSz="666750">
              <a:lnSpc>
                <a:spcPct val="114000"/>
              </a:lnSpc>
              <a:spcBef>
                <a:spcPct val="0"/>
              </a:spcBef>
              <a:spcAft>
                <a:spcPts val="300"/>
              </a:spcAft>
            </a:pPr>
            <a:r>
              <a:rPr lang="en-IN" sz="1600" b="1" dirty="0">
                <a:solidFill>
                  <a:schemeClr val="tx1"/>
                </a:solidFill>
                <a:latin typeface="+mj-lt"/>
              </a:rPr>
              <a:t>Project Review (Planned vs Actual):</a:t>
            </a:r>
          </a:p>
          <a:p>
            <a:pPr marL="285750" indent="-285750" algn="just" defTabSz="666750">
              <a:lnSpc>
                <a:spcPct val="114000"/>
              </a:lnSpc>
              <a:spcBef>
                <a:spcPct val="0"/>
              </a:spcBef>
              <a:spcAft>
                <a:spcPts val="300"/>
              </a:spcAft>
              <a:buFont typeface="Arial" pitchFamily="34" charset="0"/>
              <a:buChar char="•"/>
            </a:pPr>
            <a:r>
              <a:rPr lang="en-IN" sz="1600" dirty="0">
                <a:solidFill>
                  <a:schemeClr val="tx1"/>
                </a:solidFill>
                <a:latin typeface="+mj-lt"/>
              </a:rPr>
              <a:t>For developing static front end screens it took less time than expected .</a:t>
            </a:r>
          </a:p>
          <a:p>
            <a:pPr marL="285750" indent="-285750" algn="just" defTabSz="666750">
              <a:lnSpc>
                <a:spcPct val="114000"/>
              </a:lnSpc>
              <a:spcBef>
                <a:spcPct val="0"/>
              </a:spcBef>
              <a:spcAft>
                <a:spcPts val="300"/>
              </a:spcAft>
              <a:buFont typeface="Arial" pitchFamily="34" charset="0"/>
              <a:buChar char="•"/>
            </a:pPr>
            <a:r>
              <a:rPr lang="en-IN" sz="1600" dirty="0">
                <a:solidFill>
                  <a:schemeClr val="tx1"/>
                </a:solidFill>
                <a:latin typeface="+mj-lt"/>
              </a:rPr>
              <a:t>Due to manipulations in database some functionalities have been redesigned.</a:t>
            </a:r>
          </a:p>
          <a:p>
            <a:pPr marL="285750" indent="-285750" algn="just" defTabSz="666750">
              <a:lnSpc>
                <a:spcPct val="114000"/>
              </a:lnSpc>
              <a:spcBef>
                <a:spcPct val="0"/>
              </a:spcBef>
              <a:spcAft>
                <a:spcPts val="300"/>
              </a:spcAft>
              <a:buFont typeface="Arial" pitchFamily="34" charset="0"/>
              <a:buChar char="•"/>
            </a:pPr>
            <a:r>
              <a:rPr lang="en-IN" sz="1600" dirty="0">
                <a:solidFill>
                  <a:schemeClr val="tx1"/>
                </a:solidFill>
                <a:latin typeface="+mj-lt"/>
                <a:ea typeface="Times New Roman" panose="02020603050405020304"/>
                <a:cs typeface="Open Sans"/>
              </a:rPr>
              <a:t>Due to adding some extra functionalities to payrolls it took a few days more than expected.</a:t>
            </a:r>
          </a:p>
          <a:p>
            <a:pPr marL="285750" indent="-285750" algn="just" defTabSz="666750">
              <a:lnSpc>
                <a:spcPct val="114000"/>
              </a:lnSpc>
              <a:spcBef>
                <a:spcPct val="0"/>
              </a:spcBef>
              <a:spcAft>
                <a:spcPts val="300"/>
              </a:spcAft>
              <a:buFont typeface="Arial" pitchFamily="34" charset="0"/>
              <a:buChar char="•"/>
            </a:pPr>
            <a:r>
              <a:rPr lang="en-IN" sz="1600" dirty="0">
                <a:solidFill>
                  <a:schemeClr val="tx1"/>
                </a:solidFill>
                <a:latin typeface="+mj-lt"/>
                <a:ea typeface="Times New Roman" panose="02020603050405020304"/>
                <a:cs typeface="Open Sans"/>
              </a:rPr>
              <a:t> Though there was a confusion in considering attendance for an employee we managed to complete the functionality on time. </a:t>
            </a:r>
          </a:p>
          <a:p>
            <a:pPr algn="just" defTabSz="666750">
              <a:lnSpc>
                <a:spcPct val="114000"/>
              </a:lnSpc>
              <a:spcBef>
                <a:spcPct val="0"/>
              </a:spcBef>
              <a:spcAft>
                <a:spcPts val="300"/>
              </a:spcAft>
            </a:pPr>
            <a:r>
              <a:rPr lang="en-IN" sz="1600" b="1" dirty="0">
                <a:solidFill>
                  <a:schemeClr val="tx1"/>
                </a:solidFill>
                <a:latin typeface="+mj-lt"/>
              </a:rPr>
              <a:t>Lessons/ Key takeaways</a:t>
            </a:r>
            <a:endParaRPr lang="en-US" sz="1600" dirty="0">
              <a:solidFill>
                <a:schemeClr val="tx1"/>
              </a:solidFill>
              <a:ea typeface="Times New Roman" panose="02020603050405020304"/>
              <a:cs typeface="Open Sans"/>
            </a:endParaRPr>
          </a:p>
          <a:p>
            <a:pPr marL="342900" indent="-342900" algn="just" defTabSz="666750">
              <a:lnSpc>
                <a:spcPct val="114000"/>
              </a:lnSpc>
              <a:spcBef>
                <a:spcPct val="0"/>
              </a:spcBef>
              <a:spcAft>
                <a:spcPts val="300"/>
              </a:spcAft>
              <a:buFont typeface="+mj-lt"/>
              <a:buAutoNum type="arabicPeriod"/>
            </a:pPr>
            <a:r>
              <a:rPr lang="en-IN" sz="1600" b="1" dirty="0">
                <a:solidFill>
                  <a:schemeClr val="tx1"/>
                </a:solidFill>
                <a:latin typeface="+mj-lt"/>
                <a:ea typeface="Times New Roman" panose="02020603050405020304"/>
                <a:cs typeface="Open Sans"/>
              </a:rPr>
              <a:t>Functional Takeaways:</a:t>
            </a:r>
          </a:p>
          <a:p>
            <a:pPr marL="563245" lvl="1" indent="-285750" algn="just" defTabSz="666750">
              <a:lnSpc>
                <a:spcPct val="114000"/>
              </a:lnSpc>
              <a:spcBef>
                <a:spcPct val="0"/>
              </a:spcBef>
              <a:spcAft>
                <a:spcPts val="300"/>
              </a:spcAft>
              <a:buFont typeface="Arial" pitchFamily="34" charset="0"/>
              <a:buChar char="•"/>
            </a:pPr>
            <a:r>
              <a:rPr lang="en-IN" sz="1600" dirty="0">
                <a:solidFill>
                  <a:schemeClr val="tx1"/>
                </a:solidFill>
                <a:latin typeface="+mj-lt"/>
                <a:ea typeface="Times New Roman" panose="02020603050405020304"/>
                <a:cs typeface="Open Sans"/>
              </a:rPr>
              <a:t>Gained knowledge about how to deal with the workflow.</a:t>
            </a:r>
          </a:p>
          <a:p>
            <a:pPr marL="563245" lvl="1" indent="-285750" algn="just" defTabSz="666750">
              <a:lnSpc>
                <a:spcPct val="114000"/>
              </a:lnSpc>
              <a:spcBef>
                <a:spcPct val="0"/>
              </a:spcBef>
              <a:spcAft>
                <a:spcPts val="300"/>
              </a:spcAft>
              <a:buFont typeface="Arial" pitchFamily="34" charset="0"/>
              <a:buChar char="•"/>
            </a:pPr>
            <a:r>
              <a:rPr lang="en-IN" sz="1600" dirty="0">
                <a:solidFill>
                  <a:schemeClr val="tx1"/>
                </a:solidFill>
                <a:latin typeface="+mj-lt"/>
                <a:ea typeface="Times New Roman" panose="02020603050405020304"/>
                <a:cs typeface="Open Sans"/>
              </a:rPr>
              <a:t>Got better understanding about Payroll generation.</a:t>
            </a:r>
          </a:p>
          <a:p>
            <a:pPr marL="563245" lvl="1" indent="-285750" algn="just" defTabSz="666750">
              <a:lnSpc>
                <a:spcPct val="114000"/>
              </a:lnSpc>
              <a:spcBef>
                <a:spcPct val="0"/>
              </a:spcBef>
              <a:spcAft>
                <a:spcPts val="300"/>
              </a:spcAft>
              <a:buFont typeface="Arial" pitchFamily="34" charset="0"/>
              <a:buChar char="•"/>
            </a:pPr>
            <a:r>
              <a:rPr lang="en-IN" sz="1600" dirty="0">
                <a:solidFill>
                  <a:schemeClr val="tx1"/>
                </a:solidFill>
                <a:latin typeface="+mj-lt"/>
                <a:ea typeface="Times New Roman" panose="02020603050405020304"/>
                <a:cs typeface="Open Sans"/>
              </a:rPr>
              <a:t>Gained better understanding about leaves and attendance management in an organization.</a:t>
            </a:r>
          </a:p>
          <a:p>
            <a:pPr marL="563245" lvl="1" indent="-285750" algn="just" defTabSz="666750">
              <a:lnSpc>
                <a:spcPct val="114000"/>
              </a:lnSpc>
              <a:spcBef>
                <a:spcPct val="0"/>
              </a:spcBef>
              <a:spcAft>
                <a:spcPts val="300"/>
              </a:spcAft>
              <a:buFont typeface="Arial" pitchFamily="34" charset="0"/>
              <a:buChar char="•"/>
            </a:pPr>
            <a:r>
              <a:rPr lang="en-IN" sz="1600" dirty="0">
                <a:solidFill>
                  <a:schemeClr val="tx1"/>
                </a:solidFill>
                <a:latin typeface="+mj-lt"/>
                <a:ea typeface="Times New Roman" panose="02020603050405020304"/>
                <a:cs typeface="Open Sans"/>
              </a:rPr>
              <a:t>Further understood  the process of induction of  candidates. </a:t>
            </a:r>
            <a:endParaRPr lang="en-IN" sz="1600" b="1" dirty="0">
              <a:solidFill>
                <a:schemeClr val="tx1"/>
              </a:solidFill>
              <a:latin typeface="+mj-lt"/>
              <a:ea typeface="Times New Roman" panose="02020603050405020304"/>
              <a:cs typeface="Open Sans"/>
            </a:endParaRPr>
          </a:p>
          <a:p>
            <a:pPr marL="342900" indent="-342900" algn="just" defTabSz="666750">
              <a:lnSpc>
                <a:spcPct val="114000"/>
              </a:lnSpc>
              <a:spcBef>
                <a:spcPct val="0"/>
              </a:spcBef>
              <a:spcAft>
                <a:spcPts val="300"/>
              </a:spcAft>
              <a:buFont typeface="+mj-lt"/>
              <a:buAutoNum type="arabicPeriod"/>
            </a:pPr>
            <a:r>
              <a:rPr lang="en-IN" sz="1600" b="1" dirty="0">
                <a:solidFill>
                  <a:schemeClr val="tx1"/>
                </a:solidFill>
                <a:latin typeface="+mj-lt"/>
                <a:ea typeface="Times New Roman" panose="02020603050405020304"/>
                <a:cs typeface="Open Sans"/>
              </a:rPr>
              <a:t>Technical Takeaways:</a:t>
            </a:r>
          </a:p>
          <a:p>
            <a:pPr marL="563245" lvl="1" indent="-285750" algn="just" defTabSz="666750">
              <a:lnSpc>
                <a:spcPct val="114000"/>
              </a:lnSpc>
              <a:spcBef>
                <a:spcPct val="0"/>
              </a:spcBef>
              <a:spcAft>
                <a:spcPts val="300"/>
              </a:spcAft>
              <a:buFont typeface="Arial" pitchFamily="34" charset="0"/>
              <a:buChar char="•"/>
            </a:pPr>
            <a:r>
              <a:rPr lang="en-IN" sz="1600" dirty="0">
                <a:solidFill>
                  <a:schemeClr val="tx1"/>
                </a:solidFill>
                <a:latin typeface="+mj-lt"/>
                <a:ea typeface="Times New Roman" panose="02020603050405020304"/>
                <a:cs typeface="Open Sans"/>
              </a:rPr>
              <a:t>Gained better understanding of best practices in a program.</a:t>
            </a:r>
          </a:p>
          <a:p>
            <a:pPr marL="563245" lvl="1" indent="-285750" algn="just" defTabSz="666750">
              <a:lnSpc>
                <a:spcPct val="114000"/>
              </a:lnSpc>
              <a:spcBef>
                <a:spcPct val="0"/>
              </a:spcBef>
              <a:spcAft>
                <a:spcPts val="300"/>
              </a:spcAft>
              <a:buFont typeface="Arial" pitchFamily="34" charset="0"/>
              <a:buChar char="•"/>
            </a:pPr>
            <a:r>
              <a:rPr lang="en-IN" sz="1600" dirty="0">
                <a:solidFill>
                  <a:schemeClr val="tx1"/>
                </a:solidFill>
                <a:latin typeface="+mj-lt"/>
                <a:ea typeface="Times New Roman" panose="02020603050405020304"/>
                <a:cs typeface="Open Sans"/>
              </a:rPr>
              <a:t>Got better understanding of Spring </a:t>
            </a:r>
            <a:r>
              <a:rPr lang="en-IN" sz="1600" dirty="0" err="1">
                <a:solidFill>
                  <a:schemeClr val="tx1"/>
                </a:solidFill>
                <a:latin typeface="+mj-lt"/>
                <a:ea typeface="Times New Roman" panose="02020603050405020304"/>
                <a:cs typeface="Open Sans"/>
              </a:rPr>
              <a:t>Orm</a:t>
            </a:r>
            <a:r>
              <a:rPr lang="en-IN" sz="1600" dirty="0">
                <a:solidFill>
                  <a:schemeClr val="tx1"/>
                </a:solidFill>
                <a:latin typeface="+mj-lt"/>
                <a:ea typeface="Times New Roman" panose="02020603050405020304"/>
                <a:cs typeface="Open Sans"/>
              </a:rPr>
              <a:t>.</a:t>
            </a:r>
          </a:p>
          <a:p>
            <a:pPr marL="563245" lvl="1" indent="-285750" algn="just" defTabSz="666750">
              <a:lnSpc>
                <a:spcPct val="114000"/>
              </a:lnSpc>
              <a:spcBef>
                <a:spcPct val="0"/>
              </a:spcBef>
              <a:spcAft>
                <a:spcPts val="300"/>
              </a:spcAft>
              <a:buFont typeface="Arial" pitchFamily="34" charset="0"/>
              <a:buChar char="•"/>
            </a:pPr>
            <a:r>
              <a:rPr lang="en-IN" sz="1600" dirty="0">
                <a:solidFill>
                  <a:schemeClr val="tx1"/>
                </a:solidFill>
                <a:latin typeface="+mj-lt"/>
                <a:ea typeface="Times New Roman" panose="02020603050405020304"/>
                <a:cs typeface="Open Sans"/>
              </a:rPr>
              <a:t>Learned about the importance of logging and unit testing and how to implement them.</a:t>
            </a:r>
          </a:p>
          <a:p>
            <a:pPr marL="563245" lvl="1" indent="-285750" algn="just" defTabSz="666750">
              <a:lnSpc>
                <a:spcPct val="114000"/>
              </a:lnSpc>
              <a:spcBef>
                <a:spcPct val="0"/>
              </a:spcBef>
              <a:spcAft>
                <a:spcPts val="300"/>
              </a:spcAft>
              <a:buFont typeface="Arial" pitchFamily="34" charset="0"/>
              <a:buChar char="•"/>
            </a:pPr>
            <a:r>
              <a:rPr lang="en-IN" sz="1600" dirty="0">
                <a:solidFill>
                  <a:schemeClr val="tx1"/>
                </a:solidFill>
                <a:latin typeface="+mj-lt"/>
                <a:ea typeface="Times New Roman" panose="02020603050405020304"/>
                <a:cs typeface="Open Sans"/>
              </a:rPr>
              <a:t>Learned about how to implement mail API.</a:t>
            </a:r>
          </a:p>
          <a:p>
            <a:pPr marL="563245" lvl="1" indent="-285750" algn="just" defTabSz="666750">
              <a:lnSpc>
                <a:spcPct val="114000"/>
              </a:lnSpc>
              <a:spcBef>
                <a:spcPct val="0"/>
              </a:spcBef>
              <a:spcAft>
                <a:spcPts val="300"/>
              </a:spcAft>
              <a:buFont typeface="Arial" pitchFamily="34" charset="0"/>
              <a:buChar char="•"/>
            </a:pPr>
            <a:endParaRPr lang="en-IN" sz="1600" dirty="0">
              <a:solidFill>
                <a:schemeClr val="tx1"/>
              </a:solidFill>
              <a:latin typeface="+mj-lt"/>
              <a:ea typeface="Times New Roman" panose="02020603050405020304"/>
              <a:cs typeface="Open Sans"/>
            </a:endParaRPr>
          </a:p>
          <a:p>
            <a:pPr marL="563245" lvl="1" indent="-285750" algn="just" defTabSz="666750">
              <a:lnSpc>
                <a:spcPct val="114000"/>
              </a:lnSpc>
              <a:spcBef>
                <a:spcPct val="0"/>
              </a:spcBef>
              <a:spcAft>
                <a:spcPts val="300"/>
              </a:spcAft>
              <a:buFont typeface="Arial" pitchFamily="34" charset="0"/>
              <a:buChar char="•"/>
            </a:pPr>
            <a:endParaRPr lang="en-IN" sz="1600" dirty="0">
              <a:solidFill>
                <a:schemeClr val="tx1"/>
              </a:solidFill>
              <a:latin typeface="+mj-lt"/>
              <a:ea typeface="Times New Roman" panose="02020603050405020304"/>
              <a:cs typeface="Open Sans"/>
            </a:endParaRPr>
          </a:p>
          <a:p>
            <a:pPr marL="563245" lvl="1" indent="-285750" algn="just" defTabSz="666750">
              <a:lnSpc>
                <a:spcPct val="114000"/>
              </a:lnSpc>
              <a:spcBef>
                <a:spcPct val="0"/>
              </a:spcBef>
              <a:spcAft>
                <a:spcPts val="300"/>
              </a:spcAft>
              <a:buFont typeface="Arial" pitchFamily="34" charset="0"/>
              <a:buChar char="•"/>
            </a:pPr>
            <a:endParaRPr lang="en-IN" sz="1600" dirty="0">
              <a:solidFill>
                <a:schemeClr val="tx1"/>
              </a:solidFill>
              <a:latin typeface="+mj-lt"/>
              <a:ea typeface="Times New Roman" panose="02020603050405020304"/>
              <a:cs typeface="Open Sans"/>
            </a:endParaRPr>
          </a:p>
          <a:p>
            <a:pPr marL="285750" indent="-285750" algn="just" defTabSz="666750">
              <a:lnSpc>
                <a:spcPct val="114000"/>
              </a:lnSpc>
              <a:spcBef>
                <a:spcPct val="0"/>
              </a:spcBef>
              <a:spcAft>
                <a:spcPts val="300"/>
              </a:spcAft>
              <a:buFont typeface="Arial" pitchFamily="34" charset="0"/>
              <a:buChar char="•"/>
            </a:pPr>
            <a:endParaRPr lang="en-IN" sz="1600" b="1" dirty="0">
              <a:solidFill>
                <a:schemeClr val="tx1"/>
              </a:solidFill>
              <a:latin typeface="+mj-lt"/>
              <a:ea typeface="Times New Roman" panose="02020603050405020304"/>
              <a:cs typeface="Open Sans"/>
            </a:endParaRPr>
          </a:p>
          <a:p>
            <a:pPr algn="just" defTabSz="666750">
              <a:lnSpc>
                <a:spcPct val="114000"/>
              </a:lnSpc>
              <a:spcBef>
                <a:spcPct val="0"/>
              </a:spcBef>
              <a:spcAft>
                <a:spcPts val="300"/>
              </a:spcAft>
            </a:pPr>
            <a:endParaRPr lang="en-IN" sz="1600" b="1" dirty="0">
              <a:solidFill>
                <a:schemeClr val="tx1"/>
              </a:solidFill>
              <a:latin typeface="+mj-lt"/>
              <a:ea typeface="Times New Roman" panose="02020603050405020304"/>
              <a:cs typeface="Open Sans"/>
            </a:endParaRPr>
          </a:p>
          <a:p>
            <a:pPr algn="just" defTabSz="666750">
              <a:lnSpc>
                <a:spcPct val="114000"/>
              </a:lnSpc>
              <a:spcBef>
                <a:spcPct val="0"/>
              </a:spcBef>
              <a:spcAft>
                <a:spcPts val="300"/>
              </a:spcAft>
            </a:pPr>
            <a:endParaRPr lang="en-IN" sz="1600" b="1" dirty="0">
              <a:solidFill>
                <a:schemeClr val="tx1"/>
              </a:solidFill>
              <a:latin typeface="+mj-lt"/>
              <a:ea typeface="Times New Roman" panose="02020603050405020304"/>
              <a:cs typeface="Open Sans"/>
            </a:endParaRPr>
          </a:p>
        </p:txBody>
      </p:sp>
      <p:sp>
        <p:nvSpPr>
          <p:cNvPr id="4" name="Title 2"/>
          <p:cNvSpPr txBox="1"/>
          <p:nvPr/>
        </p:nvSpPr>
        <p:spPr>
          <a:xfrm>
            <a:off x="1162864" y="229394"/>
            <a:ext cx="6588000" cy="468000"/>
          </a:xfrm>
          <a:prstGeom prst="rect">
            <a:avLst/>
          </a:prstGeom>
        </p:spPr>
        <p:txBody>
          <a:bodyPr anchor="ctr" anchorCtr="0"/>
          <a:lstStyle>
            <a:lvl1pPr>
              <a:defRPr>
                <a:latin typeface="+mj-lt"/>
                <a:ea typeface="+mj-ea"/>
                <a:cs typeface="+mj-cs"/>
              </a:defRPr>
            </a:lvl1pPr>
          </a:lstStyle>
          <a:p>
            <a:pPr defTabSz="914400"/>
            <a:r>
              <a:rPr lang="en-IN" sz="1800" b="1" kern="0" dirty="0">
                <a:solidFill>
                  <a:sysClr val="windowText" lastClr="000000"/>
                </a:solidFill>
              </a:rPr>
              <a:t>Project – Closure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277540" y="2034151"/>
            <a:ext cx="2989300" cy="457562"/>
          </a:xfrm>
          <a:prstGeom prst="rect">
            <a:avLst/>
          </a:prstGeom>
        </p:spPr>
        <p:txBody>
          <a:bodyPr vert="horz" wrap="square" lIns="0" tIns="10012" rIns="0" bIns="0" rtlCol="0">
            <a:spAutoFit/>
          </a:bodyPr>
          <a:lstStyle/>
          <a:p>
            <a:pPr marL="8255">
              <a:spcBef>
                <a:spcPts val="80"/>
              </a:spcBef>
            </a:pPr>
            <a:r>
              <a:rPr spc="9" dirty="0"/>
              <a:t>Thank</a:t>
            </a:r>
            <a:r>
              <a:rPr spc="-176" dirty="0"/>
              <a:t> </a:t>
            </a:r>
            <a:r>
              <a:rPr spc="-300" dirty="0"/>
              <a:t>Y</a:t>
            </a:r>
            <a:r>
              <a:rPr spc="9" dirty="0"/>
              <a:t>ou</a:t>
            </a:r>
          </a:p>
        </p:txBody>
      </p:sp>
      <p:sp>
        <p:nvSpPr>
          <p:cNvPr id="3" name="object 3"/>
          <p:cNvSpPr txBox="1"/>
          <p:nvPr/>
        </p:nvSpPr>
        <p:spPr>
          <a:xfrm>
            <a:off x="309758" y="5955909"/>
            <a:ext cx="11370660" cy="564250"/>
          </a:xfrm>
          <a:prstGeom prst="rect">
            <a:avLst/>
          </a:prstGeom>
        </p:spPr>
        <p:txBody>
          <a:bodyPr vert="horz" wrap="square" lIns="0" tIns="6931" rIns="0" bIns="0" rtlCol="0">
            <a:spAutoFit/>
          </a:bodyPr>
          <a:lstStyle/>
          <a:p>
            <a:pPr marL="7620" marR="3175">
              <a:lnSpc>
                <a:spcPct val="101000"/>
              </a:lnSpc>
              <a:spcBef>
                <a:spcPts val="55"/>
              </a:spcBef>
            </a:pPr>
            <a:r>
              <a:rPr sz="1200" spc="9" dirty="0">
                <a:latin typeface="PT Sans"/>
                <a:cs typeface="PT Sans"/>
              </a:rPr>
              <a:t>The </a:t>
            </a:r>
            <a:r>
              <a:rPr sz="1200" spc="6" dirty="0">
                <a:latin typeface="PT Sans"/>
                <a:cs typeface="PT Sans"/>
              </a:rPr>
              <a:t>information in this </a:t>
            </a:r>
            <a:r>
              <a:rPr sz="1200" spc="9" dirty="0">
                <a:latin typeface="PT Sans"/>
                <a:cs typeface="PT Sans"/>
              </a:rPr>
              <a:t>document </a:t>
            </a:r>
            <a:r>
              <a:rPr sz="1200" spc="3" dirty="0">
                <a:latin typeface="PT Sans"/>
                <a:cs typeface="PT Sans"/>
              </a:rPr>
              <a:t>is </a:t>
            </a:r>
            <a:r>
              <a:rPr sz="1200" dirty="0">
                <a:latin typeface="PT Sans"/>
                <a:cs typeface="PT Sans"/>
              </a:rPr>
              <a:t>confidential to </a:t>
            </a:r>
            <a:r>
              <a:rPr sz="1200" spc="6" dirty="0">
                <a:latin typeface="PT Sans"/>
                <a:cs typeface="PT Sans"/>
              </a:rPr>
              <a:t>the person </a:t>
            </a:r>
            <a:r>
              <a:rPr sz="1200" dirty="0">
                <a:latin typeface="PT Sans"/>
                <a:cs typeface="PT Sans"/>
              </a:rPr>
              <a:t>to </a:t>
            </a:r>
            <a:r>
              <a:rPr sz="1200" spc="9" dirty="0">
                <a:latin typeface="PT Sans"/>
                <a:cs typeface="PT Sans"/>
              </a:rPr>
              <a:t>whom </a:t>
            </a:r>
            <a:r>
              <a:rPr sz="1200" spc="3" dirty="0">
                <a:latin typeface="PT Sans"/>
                <a:cs typeface="PT Sans"/>
              </a:rPr>
              <a:t>it is </a:t>
            </a:r>
            <a:r>
              <a:rPr sz="1200" spc="6" dirty="0">
                <a:latin typeface="PT Sans"/>
                <a:cs typeface="PT Sans"/>
              </a:rPr>
              <a:t>addressed </a:t>
            </a:r>
            <a:r>
              <a:rPr sz="1200" spc="9" dirty="0">
                <a:latin typeface="PT Sans"/>
                <a:cs typeface="PT Sans"/>
              </a:rPr>
              <a:t>and </a:t>
            </a:r>
            <a:r>
              <a:rPr sz="1200" spc="6" dirty="0">
                <a:latin typeface="PT Sans"/>
                <a:cs typeface="PT Sans"/>
              </a:rPr>
              <a:t>should not </a:t>
            </a:r>
            <a:r>
              <a:rPr sz="1200" spc="9" dirty="0">
                <a:latin typeface="PT Sans"/>
                <a:cs typeface="PT Sans"/>
              </a:rPr>
              <a:t>be </a:t>
            </a:r>
            <a:r>
              <a:rPr sz="1200" spc="6" dirty="0">
                <a:latin typeface="PT Sans"/>
                <a:cs typeface="PT Sans"/>
              </a:rPr>
              <a:t>disclosed </a:t>
            </a:r>
            <a:r>
              <a:rPr sz="1200" dirty="0">
                <a:latin typeface="PT Sans"/>
                <a:cs typeface="PT Sans"/>
              </a:rPr>
              <a:t>to </a:t>
            </a:r>
            <a:r>
              <a:rPr sz="1200" spc="6" dirty="0">
                <a:latin typeface="PT Sans"/>
                <a:cs typeface="PT Sans"/>
              </a:rPr>
              <a:t>any other person. </a:t>
            </a:r>
            <a:r>
              <a:rPr sz="1200" spc="3" dirty="0">
                <a:latin typeface="PT Sans"/>
                <a:cs typeface="PT Sans"/>
              </a:rPr>
              <a:t>It </a:t>
            </a:r>
            <a:r>
              <a:rPr sz="1200" spc="9" dirty="0">
                <a:latin typeface="PT Sans"/>
                <a:cs typeface="PT Sans"/>
              </a:rPr>
              <a:t>may </a:t>
            </a:r>
            <a:r>
              <a:rPr sz="1200" spc="6" dirty="0">
                <a:latin typeface="PT Sans"/>
                <a:cs typeface="PT Sans"/>
              </a:rPr>
              <a:t>not </a:t>
            </a:r>
            <a:r>
              <a:rPr sz="1200" spc="9" dirty="0">
                <a:latin typeface="PT Sans"/>
                <a:cs typeface="PT Sans"/>
              </a:rPr>
              <a:t>be </a:t>
            </a:r>
            <a:r>
              <a:rPr sz="1200" spc="3" dirty="0">
                <a:latin typeface="PT Sans"/>
                <a:cs typeface="PT Sans"/>
              </a:rPr>
              <a:t>reproduced </a:t>
            </a:r>
            <a:r>
              <a:rPr sz="1200" spc="6" dirty="0">
                <a:latin typeface="PT Sans"/>
                <a:cs typeface="PT Sans"/>
              </a:rPr>
              <a:t>in whole, or </a:t>
            </a:r>
            <a:r>
              <a:rPr sz="1200" spc="9" dirty="0">
                <a:latin typeface="PT Sans"/>
                <a:cs typeface="PT Sans"/>
              </a:rPr>
              <a:t> </a:t>
            </a:r>
            <a:r>
              <a:rPr sz="1200" spc="6" dirty="0">
                <a:latin typeface="PT Sans"/>
                <a:cs typeface="PT Sans"/>
              </a:rPr>
              <a:t>in</a:t>
            </a:r>
            <a:r>
              <a:rPr sz="1200" spc="9" dirty="0">
                <a:latin typeface="PT Sans"/>
                <a:cs typeface="PT Sans"/>
              </a:rPr>
              <a:t> </a:t>
            </a:r>
            <a:r>
              <a:rPr sz="1200" spc="15" dirty="0">
                <a:latin typeface="PT Sans"/>
                <a:cs typeface="PT Sans"/>
              </a:rPr>
              <a:t>part,</a:t>
            </a:r>
            <a:r>
              <a:rPr sz="1200" spc="-88" dirty="0">
                <a:latin typeface="PT Sans"/>
                <a:cs typeface="PT Sans"/>
              </a:rPr>
              <a:t> </a:t>
            </a:r>
            <a:r>
              <a:rPr sz="1200" spc="6" dirty="0">
                <a:latin typeface="PT Sans"/>
                <a:cs typeface="PT Sans"/>
              </a:rPr>
              <a:t>nor</a:t>
            </a:r>
            <a:r>
              <a:rPr sz="1200" spc="12" dirty="0">
                <a:latin typeface="PT Sans"/>
                <a:cs typeface="PT Sans"/>
              </a:rPr>
              <a:t> </a:t>
            </a:r>
            <a:r>
              <a:rPr sz="1200" spc="9" dirty="0">
                <a:latin typeface="PT Sans"/>
                <a:cs typeface="PT Sans"/>
              </a:rPr>
              <a:t>may</a:t>
            </a:r>
            <a:r>
              <a:rPr sz="1200" spc="-33" dirty="0">
                <a:latin typeface="PT Sans"/>
                <a:cs typeface="PT Sans"/>
              </a:rPr>
              <a:t> </a:t>
            </a:r>
            <a:r>
              <a:rPr sz="1200" spc="6" dirty="0">
                <a:latin typeface="PT Sans"/>
                <a:cs typeface="PT Sans"/>
              </a:rPr>
              <a:t>any</a:t>
            </a:r>
            <a:r>
              <a:rPr sz="1200" spc="-33" dirty="0">
                <a:latin typeface="PT Sans"/>
                <a:cs typeface="PT Sans"/>
              </a:rPr>
              <a:t> </a:t>
            </a:r>
            <a:r>
              <a:rPr sz="1200" spc="-3" dirty="0">
                <a:latin typeface="PT Sans"/>
                <a:cs typeface="PT Sans"/>
              </a:rPr>
              <a:t>of</a:t>
            </a:r>
            <a:r>
              <a:rPr sz="1200" spc="9" dirty="0">
                <a:latin typeface="PT Sans"/>
                <a:cs typeface="PT Sans"/>
              </a:rPr>
              <a:t> </a:t>
            </a:r>
            <a:r>
              <a:rPr sz="1200" spc="6" dirty="0">
                <a:latin typeface="PT Sans"/>
                <a:cs typeface="PT Sans"/>
              </a:rPr>
              <a:t>the</a:t>
            </a:r>
            <a:r>
              <a:rPr sz="1200" spc="12" dirty="0">
                <a:latin typeface="PT Sans"/>
                <a:cs typeface="PT Sans"/>
              </a:rPr>
              <a:t> </a:t>
            </a:r>
            <a:r>
              <a:rPr sz="1200" spc="6" dirty="0">
                <a:latin typeface="PT Sans"/>
                <a:cs typeface="PT Sans"/>
              </a:rPr>
              <a:t>information</a:t>
            </a:r>
            <a:r>
              <a:rPr sz="1200" spc="9" dirty="0">
                <a:latin typeface="PT Sans"/>
                <a:cs typeface="PT Sans"/>
              </a:rPr>
              <a:t> </a:t>
            </a:r>
            <a:r>
              <a:rPr sz="1200" spc="3" dirty="0">
                <a:latin typeface="PT Sans"/>
                <a:cs typeface="PT Sans"/>
              </a:rPr>
              <a:t>contained</a:t>
            </a:r>
            <a:r>
              <a:rPr sz="1200" spc="9" dirty="0">
                <a:latin typeface="PT Sans"/>
                <a:cs typeface="PT Sans"/>
              </a:rPr>
              <a:t> </a:t>
            </a:r>
            <a:r>
              <a:rPr sz="1200" spc="6" dirty="0">
                <a:latin typeface="PT Sans"/>
                <a:cs typeface="PT Sans"/>
              </a:rPr>
              <a:t>therein</a:t>
            </a:r>
            <a:r>
              <a:rPr sz="1200" spc="12" dirty="0">
                <a:latin typeface="PT Sans"/>
                <a:cs typeface="PT Sans"/>
              </a:rPr>
              <a:t> </a:t>
            </a:r>
            <a:r>
              <a:rPr sz="1200" spc="9" dirty="0">
                <a:latin typeface="PT Sans"/>
                <a:cs typeface="PT Sans"/>
              </a:rPr>
              <a:t>be </a:t>
            </a:r>
            <a:r>
              <a:rPr sz="1200" spc="6" dirty="0">
                <a:latin typeface="PT Sans"/>
                <a:cs typeface="PT Sans"/>
              </a:rPr>
              <a:t>disclosed</a:t>
            </a:r>
            <a:r>
              <a:rPr sz="1200" spc="9" dirty="0">
                <a:latin typeface="PT Sans"/>
                <a:cs typeface="PT Sans"/>
              </a:rPr>
              <a:t> </a:t>
            </a:r>
            <a:r>
              <a:rPr sz="1200" spc="6" dirty="0">
                <a:latin typeface="PT Sans"/>
                <a:cs typeface="PT Sans"/>
              </a:rPr>
              <a:t>without</a:t>
            </a:r>
            <a:r>
              <a:rPr sz="1200" spc="12" dirty="0">
                <a:latin typeface="PT Sans"/>
                <a:cs typeface="PT Sans"/>
              </a:rPr>
              <a:t> </a:t>
            </a:r>
            <a:r>
              <a:rPr sz="1200" spc="6" dirty="0">
                <a:latin typeface="PT Sans"/>
                <a:cs typeface="PT Sans"/>
              </a:rPr>
              <a:t>the</a:t>
            </a:r>
            <a:r>
              <a:rPr sz="1200" spc="9" dirty="0">
                <a:latin typeface="PT Sans"/>
                <a:cs typeface="PT Sans"/>
              </a:rPr>
              <a:t> </a:t>
            </a:r>
            <a:r>
              <a:rPr sz="1200" spc="6" dirty="0">
                <a:latin typeface="PT Sans"/>
                <a:cs typeface="PT Sans"/>
              </a:rPr>
              <a:t>prior</a:t>
            </a:r>
            <a:r>
              <a:rPr sz="1200" spc="9" dirty="0">
                <a:latin typeface="PT Sans"/>
                <a:cs typeface="PT Sans"/>
              </a:rPr>
              <a:t> </a:t>
            </a:r>
            <a:r>
              <a:rPr sz="1200" spc="3" dirty="0">
                <a:latin typeface="PT Sans"/>
                <a:cs typeface="PT Sans"/>
              </a:rPr>
              <a:t>consent</a:t>
            </a:r>
            <a:r>
              <a:rPr sz="1200" spc="9" dirty="0">
                <a:latin typeface="PT Sans"/>
                <a:cs typeface="PT Sans"/>
              </a:rPr>
              <a:t> </a:t>
            </a:r>
            <a:r>
              <a:rPr sz="1200" spc="-3" dirty="0">
                <a:latin typeface="PT Sans"/>
                <a:cs typeface="PT Sans"/>
              </a:rPr>
              <a:t>of</a:t>
            </a:r>
            <a:r>
              <a:rPr sz="1200" spc="12" dirty="0">
                <a:latin typeface="PT Sans"/>
                <a:cs typeface="PT Sans"/>
              </a:rPr>
              <a:t> </a:t>
            </a:r>
            <a:r>
              <a:rPr sz="1200" spc="6" dirty="0">
                <a:latin typeface="PT Sans"/>
                <a:cs typeface="PT Sans"/>
              </a:rPr>
              <a:t>the</a:t>
            </a:r>
            <a:r>
              <a:rPr sz="1200" spc="9" dirty="0">
                <a:latin typeface="PT Sans"/>
                <a:cs typeface="PT Sans"/>
              </a:rPr>
              <a:t> </a:t>
            </a:r>
            <a:r>
              <a:rPr sz="1200" spc="3" dirty="0">
                <a:latin typeface="PT Sans"/>
                <a:cs typeface="PT Sans"/>
              </a:rPr>
              <a:t>directors</a:t>
            </a:r>
            <a:r>
              <a:rPr sz="1200" spc="9" dirty="0">
                <a:latin typeface="PT Sans"/>
                <a:cs typeface="PT Sans"/>
              </a:rPr>
              <a:t> </a:t>
            </a:r>
            <a:r>
              <a:rPr sz="1200" spc="-3" dirty="0">
                <a:latin typeface="PT Sans"/>
                <a:cs typeface="PT Sans"/>
              </a:rPr>
              <a:t>of</a:t>
            </a:r>
            <a:r>
              <a:rPr sz="1200" spc="12" dirty="0">
                <a:latin typeface="PT Sans"/>
                <a:cs typeface="PT Sans"/>
              </a:rPr>
              <a:t> </a:t>
            </a:r>
            <a:r>
              <a:rPr sz="1200" dirty="0">
                <a:latin typeface="PT Sans"/>
                <a:cs typeface="PT Sans"/>
              </a:rPr>
              <a:t>Pennant</a:t>
            </a:r>
            <a:r>
              <a:rPr sz="1200" spc="-27" dirty="0">
                <a:latin typeface="PT Sans"/>
                <a:cs typeface="PT Sans"/>
              </a:rPr>
              <a:t> </a:t>
            </a:r>
            <a:r>
              <a:rPr sz="1200" spc="-6" dirty="0">
                <a:latin typeface="PT Sans"/>
                <a:cs typeface="PT Sans"/>
              </a:rPr>
              <a:t>Technologies.</a:t>
            </a:r>
            <a:r>
              <a:rPr sz="1200" spc="-127" dirty="0">
                <a:latin typeface="PT Sans"/>
                <a:cs typeface="PT Sans"/>
              </a:rPr>
              <a:t> </a:t>
            </a:r>
            <a:r>
              <a:rPr sz="1200" spc="9" dirty="0">
                <a:latin typeface="PT Sans"/>
                <a:cs typeface="PT Sans"/>
              </a:rPr>
              <a:t>A</a:t>
            </a:r>
            <a:r>
              <a:rPr sz="1200" spc="-39" dirty="0">
                <a:latin typeface="PT Sans"/>
                <a:cs typeface="PT Sans"/>
              </a:rPr>
              <a:t> </a:t>
            </a:r>
            <a:r>
              <a:rPr sz="1200" spc="3" dirty="0">
                <a:latin typeface="PT Sans"/>
                <a:cs typeface="PT Sans"/>
              </a:rPr>
              <a:t>recipient</a:t>
            </a:r>
            <a:r>
              <a:rPr sz="1200" spc="12" dirty="0">
                <a:latin typeface="PT Sans"/>
                <a:cs typeface="PT Sans"/>
              </a:rPr>
              <a:t> </a:t>
            </a:r>
            <a:r>
              <a:rPr sz="1200" spc="9" dirty="0">
                <a:latin typeface="PT Sans"/>
                <a:cs typeface="PT Sans"/>
              </a:rPr>
              <a:t>may</a:t>
            </a:r>
            <a:r>
              <a:rPr sz="1200" spc="-33" dirty="0">
                <a:latin typeface="PT Sans"/>
                <a:cs typeface="PT Sans"/>
              </a:rPr>
              <a:t> </a:t>
            </a:r>
            <a:r>
              <a:rPr sz="1200" spc="6" dirty="0">
                <a:latin typeface="PT Sans"/>
                <a:cs typeface="PT Sans"/>
              </a:rPr>
              <a:t>not</a:t>
            </a:r>
            <a:r>
              <a:rPr sz="1200" spc="9" dirty="0">
                <a:latin typeface="PT Sans"/>
                <a:cs typeface="PT Sans"/>
              </a:rPr>
              <a:t> </a:t>
            </a:r>
            <a:r>
              <a:rPr sz="1200" spc="6" dirty="0">
                <a:latin typeface="PT Sans"/>
                <a:cs typeface="PT Sans"/>
              </a:rPr>
              <a:t>solicit,</a:t>
            </a:r>
            <a:r>
              <a:rPr sz="1200" spc="-85" dirty="0">
                <a:latin typeface="PT Sans"/>
                <a:cs typeface="PT Sans"/>
              </a:rPr>
              <a:t> </a:t>
            </a:r>
            <a:r>
              <a:rPr sz="1200" spc="3" dirty="0">
                <a:latin typeface="PT Sans"/>
                <a:cs typeface="PT Sans"/>
              </a:rPr>
              <a:t>directly</a:t>
            </a:r>
            <a:r>
              <a:rPr sz="1200" spc="-33" dirty="0">
                <a:latin typeface="PT Sans"/>
                <a:cs typeface="PT Sans"/>
              </a:rPr>
              <a:t> </a:t>
            </a:r>
            <a:r>
              <a:rPr sz="1200" spc="6" dirty="0">
                <a:latin typeface="PT Sans"/>
                <a:cs typeface="PT Sans"/>
              </a:rPr>
              <a:t>or </a:t>
            </a:r>
            <a:r>
              <a:rPr sz="1200" spc="-309" dirty="0">
                <a:latin typeface="PT Sans"/>
                <a:cs typeface="PT Sans"/>
              </a:rPr>
              <a:t> </a:t>
            </a:r>
            <a:r>
              <a:rPr sz="1200" spc="3" dirty="0">
                <a:latin typeface="PT Sans"/>
                <a:cs typeface="PT Sans"/>
              </a:rPr>
              <a:t>indirectly</a:t>
            </a:r>
            <a:r>
              <a:rPr sz="1200" spc="-36" dirty="0">
                <a:latin typeface="PT Sans"/>
                <a:cs typeface="PT Sans"/>
              </a:rPr>
              <a:t> </a:t>
            </a:r>
            <a:r>
              <a:rPr sz="1200" spc="6" dirty="0">
                <a:latin typeface="PT Sans"/>
                <a:cs typeface="PT Sans"/>
              </a:rPr>
              <a:t>(whether through </a:t>
            </a:r>
            <a:r>
              <a:rPr sz="1200" spc="9" dirty="0">
                <a:latin typeface="PT Sans"/>
                <a:cs typeface="PT Sans"/>
              </a:rPr>
              <a:t>an</a:t>
            </a:r>
            <a:r>
              <a:rPr sz="1200" spc="6" dirty="0">
                <a:latin typeface="PT Sans"/>
                <a:cs typeface="PT Sans"/>
              </a:rPr>
              <a:t> agent or otherwise)</a:t>
            </a:r>
            <a:r>
              <a:rPr sz="1200" spc="9" dirty="0">
                <a:latin typeface="PT Sans"/>
                <a:cs typeface="PT Sans"/>
              </a:rPr>
              <a:t> </a:t>
            </a:r>
            <a:r>
              <a:rPr sz="1200" spc="6" dirty="0">
                <a:latin typeface="PT Sans"/>
                <a:cs typeface="PT Sans"/>
              </a:rPr>
              <a:t>the </a:t>
            </a:r>
            <a:r>
              <a:rPr sz="1200" spc="9" dirty="0">
                <a:latin typeface="PT Sans"/>
                <a:cs typeface="PT Sans"/>
              </a:rPr>
              <a:t>participation</a:t>
            </a:r>
            <a:r>
              <a:rPr sz="1200" spc="6" dirty="0">
                <a:latin typeface="PT Sans"/>
                <a:cs typeface="PT Sans"/>
              </a:rPr>
              <a:t> </a:t>
            </a:r>
            <a:r>
              <a:rPr sz="1200" spc="-3" dirty="0">
                <a:latin typeface="PT Sans"/>
                <a:cs typeface="PT Sans"/>
              </a:rPr>
              <a:t>of</a:t>
            </a:r>
            <a:r>
              <a:rPr sz="1200" spc="6" dirty="0">
                <a:latin typeface="PT Sans"/>
                <a:cs typeface="PT Sans"/>
              </a:rPr>
              <a:t> another institution or</a:t>
            </a:r>
            <a:r>
              <a:rPr sz="1200" spc="9" dirty="0">
                <a:latin typeface="PT Sans"/>
                <a:cs typeface="PT Sans"/>
              </a:rPr>
              <a:t> </a:t>
            </a:r>
            <a:r>
              <a:rPr sz="1200" spc="6" dirty="0">
                <a:latin typeface="PT Sans"/>
                <a:cs typeface="PT Sans"/>
              </a:rPr>
              <a:t>person without the prior approval</a:t>
            </a:r>
            <a:r>
              <a:rPr sz="1200" spc="9" dirty="0">
                <a:latin typeface="PT Sans"/>
                <a:cs typeface="PT Sans"/>
              </a:rPr>
              <a:t> </a:t>
            </a:r>
            <a:r>
              <a:rPr sz="1200" spc="-3" dirty="0">
                <a:latin typeface="PT Sans"/>
                <a:cs typeface="PT Sans"/>
              </a:rPr>
              <a:t>of</a:t>
            </a:r>
            <a:r>
              <a:rPr sz="1200" spc="6" dirty="0">
                <a:latin typeface="PT Sans"/>
                <a:cs typeface="PT Sans"/>
              </a:rPr>
              <a:t> the </a:t>
            </a:r>
            <a:r>
              <a:rPr sz="1200" spc="3" dirty="0">
                <a:latin typeface="PT Sans"/>
                <a:cs typeface="PT Sans"/>
              </a:rPr>
              <a:t>directors</a:t>
            </a:r>
            <a:r>
              <a:rPr sz="1200" spc="6" dirty="0">
                <a:latin typeface="PT Sans"/>
                <a:cs typeface="PT Sans"/>
              </a:rPr>
              <a:t> </a:t>
            </a:r>
            <a:r>
              <a:rPr sz="1200" spc="-3" dirty="0">
                <a:latin typeface="PT Sans"/>
                <a:cs typeface="PT Sans"/>
              </a:rPr>
              <a:t>of</a:t>
            </a:r>
            <a:r>
              <a:rPr sz="1200" spc="6" dirty="0">
                <a:latin typeface="PT Sans"/>
                <a:cs typeface="PT Sans"/>
              </a:rPr>
              <a:t> the </a:t>
            </a:r>
            <a:r>
              <a:rPr sz="1200" spc="-9" dirty="0">
                <a:latin typeface="PT Sans"/>
                <a:cs typeface="PT Sans"/>
              </a:rPr>
              <a:t>Company.</a:t>
            </a:r>
            <a:endParaRPr sz="1200" dirty="0">
              <a:latin typeface="PT Sans"/>
              <a:cs typeface="PT Sans"/>
            </a:endParaRPr>
          </a:p>
        </p:txBody>
      </p:sp>
      <p:sp>
        <p:nvSpPr>
          <p:cNvPr id="4" name="object 4"/>
          <p:cNvSpPr txBox="1"/>
          <p:nvPr/>
        </p:nvSpPr>
        <p:spPr>
          <a:xfrm>
            <a:off x="309758" y="3898176"/>
            <a:ext cx="4215616" cy="1134260"/>
          </a:xfrm>
          <a:prstGeom prst="rect">
            <a:avLst/>
          </a:prstGeom>
        </p:spPr>
        <p:txBody>
          <a:bodyPr vert="horz" wrap="square" lIns="0" tIns="9627" rIns="0" bIns="0" rtlCol="0">
            <a:spAutoFit/>
          </a:bodyPr>
          <a:lstStyle/>
          <a:p>
            <a:pPr marL="7620">
              <a:spcBef>
                <a:spcPts val="75"/>
              </a:spcBef>
            </a:pPr>
            <a:r>
              <a:rPr sz="1200" b="1" dirty="0">
                <a:solidFill>
                  <a:srgbClr val="F57F20"/>
                </a:solidFill>
                <a:latin typeface="+mj-lt"/>
                <a:cs typeface="PT Sans"/>
              </a:rPr>
              <a:t>Registered</a:t>
            </a:r>
            <a:r>
              <a:rPr sz="1200" b="1" spc="-12" dirty="0">
                <a:solidFill>
                  <a:srgbClr val="F57F20"/>
                </a:solidFill>
                <a:latin typeface="+mj-lt"/>
                <a:cs typeface="PT Sans"/>
              </a:rPr>
              <a:t> </a:t>
            </a:r>
            <a:r>
              <a:rPr lang="en-IN" sz="1200" b="1" spc="-12" dirty="0">
                <a:solidFill>
                  <a:srgbClr val="F57F20"/>
                </a:solidFill>
                <a:latin typeface="+mj-lt"/>
                <a:cs typeface="PT Sans"/>
              </a:rPr>
              <a:t>&amp; Corporate </a:t>
            </a:r>
            <a:r>
              <a:rPr sz="1200" b="1" spc="-9" dirty="0">
                <a:solidFill>
                  <a:srgbClr val="F57F20"/>
                </a:solidFill>
                <a:latin typeface="+mj-lt"/>
                <a:cs typeface="PT Sans"/>
              </a:rPr>
              <a:t>office</a:t>
            </a:r>
            <a:endParaRPr lang="en-IN" sz="1200" b="1" spc="-9" dirty="0">
              <a:solidFill>
                <a:srgbClr val="F57F20"/>
              </a:solidFill>
              <a:latin typeface="+mj-lt"/>
              <a:cs typeface="PT Sans"/>
            </a:endParaRPr>
          </a:p>
          <a:p>
            <a:pPr marL="7620">
              <a:spcBef>
                <a:spcPts val="75"/>
              </a:spcBef>
            </a:pPr>
            <a:endParaRPr sz="1200" dirty="0">
              <a:latin typeface="+mj-lt"/>
              <a:cs typeface="PT Sans"/>
            </a:endParaRPr>
          </a:p>
          <a:p>
            <a:pPr marL="7620" marR="3175">
              <a:lnSpc>
                <a:spcPct val="101000"/>
              </a:lnSpc>
              <a:spcBef>
                <a:spcPts val="20"/>
              </a:spcBef>
              <a:tabLst>
                <a:tab pos="331470" algn="l"/>
              </a:tabLst>
            </a:pPr>
            <a:r>
              <a:rPr sz="1200" spc="6" dirty="0">
                <a:latin typeface="+mj-lt"/>
                <a:cs typeface="PT Sans"/>
              </a:rPr>
              <a:t>Cyber  Gateway, </a:t>
            </a:r>
            <a:r>
              <a:rPr lang="en-US" sz="1200" spc="6" dirty="0">
                <a:latin typeface="+mj-lt"/>
                <a:cs typeface="PT Sans"/>
              </a:rPr>
              <a:t>Block B, Level 1,   Wing 2,  </a:t>
            </a:r>
            <a:r>
              <a:rPr sz="1200" spc="6" dirty="0">
                <a:latin typeface="+mj-lt"/>
                <a:cs typeface="PT Sans"/>
              </a:rPr>
              <a:t>L&amp;T Infocity, </a:t>
            </a:r>
            <a:endParaRPr lang="en-IN" sz="1200" spc="6" dirty="0">
              <a:latin typeface="+mj-lt"/>
              <a:cs typeface="PT Sans"/>
            </a:endParaRPr>
          </a:p>
          <a:p>
            <a:pPr marL="7620" marR="3175">
              <a:lnSpc>
                <a:spcPct val="101000"/>
              </a:lnSpc>
              <a:spcBef>
                <a:spcPts val="20"/>
              </a:spcBef>
              <a:tabLst>
                <a:tab pos="331470" algn="l"/>
              </a:tabLst>
            </a:pPr>
            <a:r>
              <a:rPr sz="1200" spc="6" dirty="0">
                <a:latin typeface="+mj-lt"/>
                <a:cs typeface="PT Sans"/>
              </a:rPr>
              <a:t>Hitec City,  Madhapur, Hyderabad, Telangana,  (India)</a:t>
            </a:r>
            <a:r>
              <a:rPr lang="en-IN" sz="1200" spc="6" dirty="0">
                <a:latin typeface="+mj-lt"/>
                <a:cs typeface="PT Sans"/>
              </a:rPr>
              <a:t> - </a:t>
            </a:r>
            <a:r>
              <a:rPr sz="1200" spc="6" dirty="0">
                <a:latin typeface="+mj-lt"/>
                <a:cs typeface="PT Sans"/>
              </a:rPr>
              <a:t> 500081</a:t>
            </a:r>
            <a:endParaRPr lang="en-IN" sz="1200" spc="6" dirty="0">
              <a:latin typeface="+mj-lt"/>
              <a:cs typeface="PT Sans"/>
            </a:endParaRPr>
          </a:p>
          <a:p>
            <a:pPr marL="7620">
              <a:spcBef>
                <a:spcPts val="20"/>
              </a:spcBef>
              <a:tabLst>
                <a:tab pos="331470" algn="l"/>
              </a:tabLst>
            </a:pPr>
            <a:r>
              <a:rPr lang="en-IN" sz="1200" spc="6" dirty="0" err="1">
                <a:latin typeface="+mj-lt"/>
                <a:cs typeface="PT Sans"/>
              </a:rPr>
              <a:t>Ph</a:t>
            </a:r>
            <a:r>
              <a:rPr lang="en-IN" sz="1200" spc="6" dirty="0">
                <a:latin typeface="+mj-lt"/>
                <a:cs typeface="PT Sans"/>
              </a:rPr>
              <a:t>:	(+91)</a:t>
            </a:r>
            <a:r>
              <a:rPr lang="en-IN" sz="1200" spc="-9" dirty="0">
                <a:latin typeface="+mj-lt"/>
                <a:cs typeface="PT Sans"/>
              </a:rPr>
              <a:t> </a:t>
            </a:r>
            <a:r>
              <a:rPr lang="en-IN" sz="1200" spc="9" dirty="0">
                <a:latin typeface="+mj-lt"/>
                <a:cs typeface="PT Sans"/>
              </a:rPr>
              <a:t>40</a:t>
            </a:r>
            <a:r>
              <a:rPr lang="en-IN" sz="1200" spc="-9" dirty="0">
                <a:latin typeface="+mj-lt"/>
                <a:cs typeface="PT Sans"/>
              </a:rPr>
              <a:t> </a:t>
            </a:r>
            <a:r>
              <a:rPr lang="en-IN" sz="1200" spc="9" dirty="0">
                <a:latin typeface="+mj-lt"/>
                <a:cs typeface="PT Sans"/>
              </a:rPr>
              <a:t>4223</a:t>
            </a:r>
            <a:r>
              <a:rPr lang="en-IN" sz="1200" spc="-9" dirty="0">
                <a:latin typeface="+mj-lt"/>
                <a:cs typeface="PT Sans"/>
              </a:rPr>
              <a:t> </a:t>
            </a:r>
            <a:r>
              <a:rPr lang="en-IN" sz="1200" spc="9" dirty="0">
                <a:latin typeface="+mj-lt"/>
                <a:cs typeface="PT Sans"/>
              </a:rPr>
              <a:t>4400</a:t>
            </a:r>
            <a:endParaRPr lang="en-IN" sz="1200" dirty="0">
              <a:latin typeface="+mj-lt"/>
              <a:cs typeface="PT Sans"/>
            </a:endParaRPr>
          </a:p>
          <a:p>
            <a:pPr marL="7620">
              <a:spcBef>
                <a:spcPts val="20"/>
              </a:spcBef>
              <a:tabLst>
                <a:tab pos="488315" algn="l"/>
              </a:tabLst>
            </a:pPr>
            <a:r>
              <a:rPr lang="en-IN" sz="1200" spc="6" dirty="0">
                <a:latin typeface="+mj-lt"/>
                <a:cs typeface="PT Sans"/>
              </a:rPr>
              <a:t>Email:	</a:t>
            </a:r>
            <a:r>
              <a:rPr lang="en-IN" sz="1200" spc="3" dirty="0">
                <a:latin typeface="+mj-lt"/>
                <a:cs typeface="PT Sans"/>
                <a:hlinkClick r:id="rId2"/>
              </a:rPr>
              <a:t>info@pennanttech.com</a:t>
            </a:r>
            <a:endParaRPr lang="en-IN" sz="1200" dirty="0">
              <a:latin typeface="+mj-lt"/>
              <a:cs typeface="PT Sans"/>
            </a:endParaRPr>
          </a:p>
        </p:txBody>
      </p:sp>
      <p:sp>
        <p:nvSpPr>
          <p:cNvPr id="6" name="object 6"/>
          <p:cNvSpPr txBox="1"/>
          <p:nvPr/>
        </p:nvSpPr>
        <p:spPr>
          <a:xfrm>
            <a:off x="4666167" y="3898177"/>
            <a:ext cx="2495839" cy="1066870"/>
          </a:xfrm>
          <a:prstGeom prst="rect">
            <a:avLst/>
          </a:prstGeom>
        </p:spPr>
        <p:txBody>
          <a:bodyPr vert="horz" wrap="square" lIns="0" tIns="9627" rIns="0" bIns="0" rtlCol="0">
            <a:spAutoFit/>
          </a:bodyPr>
          <a:lstStyle/>
          <a:p>
            <a:pPr marL="7620">
              <a:spcBef>
                <a:spcPts val="75"/>
              </a:spcBef>
            </a:pPr>
            <a:r>
              <a:rPr sz="1200" b="1" spc="6" dirty="0">
                <a:solidFill>
                  <a:srgbClr val="F57F20"/>
                </a:solidFill>
                <a:latin typeface="+mj-lt"/>
                <a:cs typeface="PT Sans"/>
              </a:rPr>
              <a:t>Vizag</a:t>
            </a:r>
            <a:r>
              <a:rPr sz="1200" b="1" spc="-12" dirty="0">
                <a:solidFill>
                  <a:srgbClr val="F57F20"/>
                </a:solidFill>
                <a:latin typeface="+mj-lt"/>
                <a:cs typeface="PT Sans"/>
              </a:rPr>
              <a:t> </a:t>
            </a:r>
            <a:r>
              <a:rPr sz="1200" b="1" spc="6" dirty="0">
                <a:solidFill>
                  <a:srgbClr val="F57F20"/>
                </a:solidFill>
                <a:latin typeface="+mj-lt"/>
                <a:cs typeface="PT Sans"/>
              </a:rPr>
              <a:t>Development</a:t>
            </a:r>
            <a:r>
              <a:rPr sz="1200" b="1" spc="-21" dirty="0">
                <a:solidFill>
                  <a:srgbClr val="F57F20"/>
                </a:solidFill>
                <a:latin typeface="+mj-lt"/>
                <a:cs typeface="PT Sans"/>
              </a:rPr>
              <a:t> </a:t>
            </a:r>
            <a:r>
              <a:rPr sz="1200" b="1" dirty="0">
                <a:solidFill>
                  <a:srgbClr val="F57F20"/>
                </a:solidFill>
                <a:latin typeface="+mj-lt"/>
                <a:cs typeface="PT Sans"/>
              </a:rPr>
              <a:t>Centre</a:t>
            </a:r>
            <a:endParaRPr sz="1200" dirty="0">
              <a:latin typeface="+mj-lt"/>
              <a:cs typeface="PT Sans"/>
            </a:endParaRPr>
          </a:p>
          <a:p>
            <a:pPr marL="7620" marR="3175">
              <a:lnSpc>
                <a:spcPct val="101000"/>
              </a:lnSpc>
              <a:spcBef>
                <a:spcPts val="970"/>
              </a:spcBef>
            </a:pPr>
            <a:r>
              <a:rPr sz="1200" spc="6" dirty="0">
                <a:latin typeface="+mj-lt"/>
                <a:cs typeface="PT Sans"/>
              </a:rPr>
              <a:t>D2,</a:t>
            </a:r>
            <a:r>
              <a:rPr sz="1200" spc="-91" dirty="0">
                <a:latin typeface="+mj-lt"/>
                <a:cs typeface="PT Sans"/>
              </a:rPr>
              <a:t> </a:t>
            </a:r>
            <a:r>
              <a:rPr sz="1200" spc="6" dirty="0">
                <a:latin typeface="+mj-lt"/>
                <a:cs typeface="PT Sans"/>
              </a:rPr>
              <a:t>IT</a:t>
            </a:r>
            <a:r>
              <a:rPr sz="1200" spc="-45" dirty="0">
                <a:latin typeface="+mj-lt"/>
                <a:cs typeface="PT Sans"/>
              </a:rPr>
              <a:t> </a:t>
            </a:r>
            <a:r>
              <a:rPr sz="1200" spc="-33" dirty="0">
                <a:latin typeface="+mj-lt"/>
                <a:cs typeface="PT Sans"/>
              </a:rPr>
              <a:t>P</a:t>
            </a:r>
            <a:r>
              <a:rPr sz="1200" spc="6" dirty="0">
                <a:latin typeface="+mj-lt"/>
                <a:cs typeface="PT Sans"/>
              </a:rPr>
              <a:t>ark,</a:t>
            </a:r>
            <a:r>
              <a:rPr sz="1200" spc="-91" dirty="0">
                <a:latin typeface="+mj-lt"/>
                <a:cs typeface="PT Sans"/>
              </a:rPr>
              <a:t> </a:t>
            </a:r>
            <a:r>
              <a:rPr sz="1200" spc="6" dirty="0">
                <a:latin typeface="+mj-lt"/>
                <a:cs typeface="PT Sans"/>
              </a:rPr>
              <a:t>Hill</a:t>
            </a:r>
            <a:r>
              <a:rPr sz="1200" spc="3" dirty="0">
                <a:latin typeface="+mj-lt"/>
                <a:cs typeface="PT Sans"/>
              </a:rPr>
              <a:t> </a:t>
            </a:r>
            <a:r>
              <a:rPr sz="1200" spc="9" dirty="0">
                <a:latin typeface="+mj-lt"/>
                <a:cs typeface="PT Sans"/>
              </a:rPr>
              <a:t>N</a:t>
            </a:r>
            <a:r>
              <a:rPr sz="1200" spc="-6" dirty="0">
                <a:latin typeface="+mj-lt"/>
                <a:cs typeface="PT Sans"/>
              </a:rPr>
              <a:t>o</a:t>
            </a:r>
            <a:r>
              <a:rPr sz="1200" spc="3" dirty="0">
                <a:latin typeface="+mj-lt"/>
                <a:cs typeface="PT Sans"/>
              </a:rPr>
              <a:t>.</a:t>
            </a:r>
            <a:r>
              <a:rPr sz="1200" spc="-91" dirty="0">
                <a:latin typeface="+mj-lt"/>
                <a:cs typeface="PT Sans"/>
              </a:rPr>
              <a:t> </a:t>
            </a:r>
            <a:r>
              <a:rPr sz="1200" spc="6" dirty="0">
                <a:latin typeface="+mj-lt"/>
                <a:cs typeface="PT Sans"/>
              </a:rPr>
              <a:t>2,</a:t>
            </a:r>
            <a:r>
              <a:rPr sz="1200" spc="-91" dirty="0">
                <a:latin typeface="+mj-lt"/>
                <a:cs typeface="PT Sans"/>
              </a:rPr>
              <a:t> </a:t>
            </a:r>
            <a:r>
              <a:rPr sz="1200" spc="6" dirty="0">
                <a:latin typeface="+mj-lt"/>
                <a:cs typeface="PT Sans"/>
              </a:rPr>
              <a:t>Rishi</a:t>
            </a:r>
            <a:r>
              <a:rPr sz="1200" spc="-9" dirty="0">
                <a:latin typeface="+mj-lt"/>
                <a:cs typeface="PT Sans"/>
              </a:rPr>
              <a:t>k</a:t>
            </a:r>
            <a:r>
              <a:rPr sz="1200" spc="6" dirty="0">
                <a:latin typeface="+mj-lt"/>
                <a:cs typeface="PT Sans"/>
              </a:rPr>
              <a:t>onda,  Madhurawada,</a:t>
            </a:r>
            <a:r>
              <a:rPr sz="1200" spc="-118" dirty="0">
                <a:latin typeface="+mj-lt"/>
                <a:cs typeface="PT Sans"/>
              </a:rPr>
              <a:t> </a:t>
            </a:r>
            <a:r>
              <a:rPr sz="1200" spc="6" dirty="0">
                <a:latin typeface="+mj-lt"/>
                <a:cs typeface="PT Sans"/>
              </a:rPr>
              <a:t>Visakhapatnam,</a:t>
            </a:r>
            <a:r>
              <a:rPr sz="1200" spc="-118" dirty="0">
                <a:latin typeface="+mj-lt"/>
                <a:cs typeface="PT Sans"/>
              </a:rPr>
              <a:t> </a:t>
            </a:r>
            <a:r>
              <a:rPr sz="1200" spc="6" dirty="0">
                <a:latin typeface="+mj-lt"/>
                <a:cs typeface="PT Sans"/>
              </a:rPr>
              <a:t>Andhra </a:t>
            </a:r>
            <a:r>
              <a:rPr sz="1200" spc="-306" dirty="0">
                <a:latin typeface="+mj-lt"/>
                <a:cs typeface="PT Sans"/>
              </a:rPr>
              <a:t> </a:t>
            </a:r>
            <a:r>
              <a:rPr sz="1200" spc="-33" dirty="0">
                <a:latin typeface="+mj-lt"/>
                <a:cs typeface="PT Sans"/>
              </a:rPr>
              <a:t>P</a:t>
            </a:r>
            <a:r>
              <a:rPr sz="1200" spc="6" dirty="0">
                <a:latin typeface="+mj-lt"/>
                <a:cs typeface="PT Sans"/>
              </a:rPr>
              <a:t>radesh,</a:t>
            </a:r>
            <a:r>
              <a:rPr sz="1200" spc="-91" dirty="0">
                <a:latin typeface="+mj-lt"/>
                <a:cs typeface="PT Sans"/>
              </a:rPr>
              <a:t> </a:t>
            </a:r>
            <a:r>
              <a:rPr sz="1200" spc="6" dirty="0">
                <a:latin typeface="+mj-lt"/>
                <a:cs typeface="PT Sans"/>
              </a:rPr>
              <a:t>India</a:t>
            </a:r>
            <a:r>
              <a:rPr sz="1200" spc="-94" dirty="0">
                <a:latin typeface="+mj-lt"/>
                <a:cs typeface="PT Sans"/>
              </a:rPr>
              <a:t> </a:t>
            </a:r>
            <a:r>
              <a:rPr sz="1200" spc="6" dirty="0">
                <a:latin typeface="+mj-lt"/>
                <a:cs typeface="PT Sans"/>
              </a:rPr>
              <a:t>-</a:t>
            </a:r>
            <a:r>
              <a:rPr sz="1200" spc="-94" dirty="0">
                <a:latin typeface="+mj-lt"/>
                <a:cs typeface="PT Sans"/>
              </a:rPr>
              <a:t> </a:t>
            </a:r>
            <a:r>
              <a:rPr sz="1200" spc="9" dirty="0">
                <a:latin typeface="+mj-lt"/>
                <a:cs typeface="PT Sans"/>
              </a:rPr>
              <a:t>530003</a:t>
            </a:r>
            <a:endParaRPr sz="1200" dirty="0">
              <a:latin typeface="+mj-lt"/>
              <a:cs typeface="PT Sans"/>
            </a:endParaRPr>
          </a:p>
          <a:p>
            <a:pPr marL="7620">
              <a:spcBef>
                <a:spcPts val="20"/>
              </a:spcBef>
              <a:tabLst>
                <a:tab pos="488315" algn="l"/>
              </a:tabLst>
            </a:pPr>
            <a:r>
              <a:rPr sz="1200" spc="6" dirty="0">
                <a:latin typeface="+mj-lt"/>
                <a:cs typeface="PT Sans"/>
              </a:rPr>
              <a:t>Email:	</a:t>
            </a:r>
            <a:r>
              <a:rPr sz="1200" spc="3" dirty="0">
                <a:latin typeface="+mj-lt"/>
                <a:cs typeface="PT Sans"/>
                <a:hlinkClick r:id="rId2"/>
              </a:rPr>
              <a:t>info@pennanttech.com</a:t>
            </a:r>
            <a:endParaRPr sz="1200" dirty="0">
              <a:latin typeface="+mj-lt"/>
              <a:cs typeface="PT Sans"/>
            </a:endParaRPr>
          </a:p>
        </p:txBody>
      </p:sp>
      <p:sp>
        <p:nvSpPr>
          <p:cNvPr id="7" name="object 7"/>
          <p:cNvSpPr txBox="1"/>
          <p:nvPr/>
        </p:nvSpPr>
        <p:spPr>
          <a:xfrm>
            <a:off x="7529115" y="4191794"/>
            <a:ext cx="2376091" cy="567438"/>
          </a:xfrm>
          <a:prstGeom prst="rect">
            <a:avLst/>
          </a:prstGeom>
        </p:spPr>
        <p:txBody>
          <a:bodyPr vert="horz" wrap="square" lIns="0" tIns="9627" rIns="0" bIns="0" rtlCol="0">
            <a:spAutoFit/>
          </a:bodyPr>
          <a:lstStyle/>
          <a:p>
            <a:pPr marL="7620">
              <a:spcBef>
                <a:spcPts val="990"/>
              </a:spcBef>
            </a:pPr>
            <a:r>
              <a:rPr sz="1200" spc="9" dirty="0">
                <a:latin typeface="+mj-lt"/>
                <a:cs typeface="PT Sans"/>
              </a:rPr>
              <a:t>UK</a:t>
            </a:r>
            <a:endParaRPr sz="1200" dirty="0">
              <a:latin typeface="+mj-lt"/>
              <a:cs typeface="PT Sans"/>
            </a:endParaRPr>
          </a:p>
          <a:p>
            <a:pPr marL="7620" marR="3175">
              <a:lnSpc>
                <a:spcPct val="101000"/>
              </a:lnSpc>
              <a:tabLst>
                <a:tab pos="290195" algn="l"/>
              </a:tabLst>
            </a:pPr>
            <a:r>
              <a:rPr sz="1200" spc="9" dirty="0">
                <a:latin typeface="+mj-lt"/>
                <a:cs typeface="PT Sans"/>
              </a:rPr>
              <a:t>20</a:t>
            </a:r>
            <a:r>
              <a:rPr sz="1200" spc="3" dirty="0">
                <a:latin typeface="+mj-lt"/>
                <a:cs typeface="PT Sans"/>
              </a:rPr>
              <a:t> </a:t>
            </a:r>
            <a:r>
              <a:rPr sz="1200" spc="9" dirty="0">
                <a:latin typeface="+mj-lt"/>
                <a:cs typeface="PT Sans"/>
              </a:rPr>
              <a:t>Han</a:t>
            </a:r>
            <a:r>
              <a:rPr sz="1200" spc="-9" dirty="0">
                <a:latin typeface="+mj-lt"/>
                <a:cs typeface="PT Sans"/>
              </a:rPr>
              <a:t>ov</a:t>
            </a:r>
            <a:r>
              <a:rPr sz="1200" spc="6" dirty="0">
                <a:latin typeface="+mj-lt"/>
                <a:cs typeface="PT Sans"/>
              </a:rPr>
              <a:t>er</a:t>
            </a:r>
            <a:r>
              <a:rPr sz="1200" spc="3" dirty="0">
                <a:latin typeface="+mj-lt"/>
                <a:cs typeface="PT Sans"/>
              </a:rPr>
              <a:t> </a:t>
            </a:r>
            <a:r>
              <a:rPr sz="1200" spc="6" dirty="0">
                <a:latin typeface="+mj-lt"/>
                <a:cs typeface="PT Sans"/>
              </a:rPr>
              <a:t>Square,</a:t>
            </a:r>
            <a:r>
              <a:rPr sz="1200" spc="-91" dirty="0">
                <a:latin typeface="+mj-lt"/>
                <a:cs typeface="PT Sans"/>
              </a:rPr>
              <a:t> </a:t>
            </a:r>
            <a:r>
              <a:rPr sz="1200" spc="-67" dirty="0">
                <a:latin typeface="+mj-lt"/>
                <a:cs typeface="PT Sans"/>
              </a:rPr>
              <a:t>L</a:t>
            </a:r>
            <a:r>
              <a:rPr sz="1200" spc="9" dirty="0">
                <a:latin typeface="+mj-lt"/>
                <a:cs typeface="PT Sans"/>
              </a:rPr>
              <a:t>ondon</a:t>
            </a:r>
            <a:r>
              <a:rPr sz="1200" spc="-18" dirty="0">
                <a:latin typeface="+mj-lt"/>
                <a:cs typeface="PT Sans"/>
              </a:rPr>
              <a:t> </a:t>
            </a:r>
            <a:r>
              <a:rPr sz="1200" spc="9" dirty="0">
                <a:latin typeface="+mj-lt"/>
                <a:cs typeface="PT Sans"/>
              </a:rPr>
              <a:t>W1S</a:t>
            </a:r>
            <a:r>
              <a:rPr sz="1200" spc="3" dirty="0">
                <a:latin typeface="+mj-lt"/>
                <a:cs typeface="PT Sans"/>
              </a:rPr>
              <a:t> </a:t>
            </a:r>
            <a:r>
              <a:rPr sz="1200" spc="6" dirty="0">
                <a:latin typeface="+mj-lt"/>
                <a:cs typeface="PT Sans"/>
              </a:rPr>
              <a:t>1JY  Ph:	+44-(0)20-3078</a:t>
            </a:r>
            <a:r>
              <a:rPr sz="1200" dirty="0">
                <a:latin typeface="+mj-lt"/>
                <a:cs typeface="PT Sans"/>
              </a:rPr>
              <a:t> </a:t>
            </a:r>
            <a:r>
              <a:rPr sz="1200" spc="9" dirty="0">
                <a:latin typeface="+mj-lt"/>
                <a:cs typeface="PT Sans"/>
              </a:rPr>
              <a:t>5800</a:t>
            </a:r>
            <a:endParaRPr sz="1200" dirty="0">
              <a:latin typeface="+mj-lt"/>
              <a:cs typeface="PT Sans"/>
            </a:endParaRPr>
          </a:p>
        </p:txBody>
      </p:sp>
      <p:sp>
        <p:nvSpPr>
          <p:cNvPr id="8" name="object 8"/>
          <p:cNvSpPr txBox="1"/>
          <p:nvPr/>
        </p:nvSpPr>
        <p:spPr>
          <a:xfrm>
            <a:off x="9889590" y="4191794"/>
            <a:ext cx="1790828" cy="564250"/>
          </a:xfrm>
          <a:prstGeom prst="rect">
            <a:avLst/>
          </a:prstGeom>
        </p:spPr>
        <p:txBody>
          <a:bodyPr vert="horz" wrap="square" lIns="0" tIns="9627" rIns="0" bIns="0" rtlCol="0">
            <a:spAutoFit/>
          </a:bodyPr>
          <a:lstStyle/>
          <a:p>
            <a:pPr marL="7620">
              <a:spcBef>
                <a:spcPts val="75"/>
              </a:spcBef>
            </a:pPr>
            <a:r>
              <a:rPr sz="1200" spc="6" dirty="0">
                <a:latin typeface="+mj-lt"/>
                <a:cs typeface="PT Sans"/>
              </a:rPr>
              <a:t>Middle</a:t>
            </a:r>
            <a:r>
              <a:rPr sz="1200" spc="-15" dirty="0">
                <a:latin typeface="+mj-lt"/>
                <a:cs typeface="PT Sans"/>
              </a:rPr>
              <a:t> </a:t>
            </a:r>
            <a:r>
              <a:rPr sz="1200" spc="6" dirty="0">
                <a:latin typeface="+mj-lt"/>
                <a:cs typeface="PT Sans"/>
              </a:rPr>
              <a:t>East</a:t>
            </a:r>
            <a:endParaRPr sz="1200" dirty="0">
              <a:latin typeface="+mj-lt"/>
              <a:cs typeface="PT Sans"/>
            </a:endParaRPr>
          </a:p>
          <a:p>
            <a:pPr marL="7620" marR="3175">
              <a:lnSpc>
                <a:spcPct val="101000"/>
              </a:lnSpc>
              <a:tabLst>
                <a:tab pos="290195" algn="l"/>
              </a:tabLst>
            </a:pPr>
            <a:r>
              <a:rPr sz="1200" spc="-12" dirty="0">
                <a:latin typeface="+mj-lt"/>
                <a:cs typeface="PT Sans"/>
              </a:rPr>
              <a:t>P</a:t>
            </a:r>
            <a:r>
              <a:rPr sz="1200" spc="9" dirty="0">
                <a:latin typeface="+mj-lt"/>
                <a:cs typeface="PT Sans"/>
              </a:rPr>
              <a:t>O</a:t>
            </a:r>
            <a:r>
              <a:rPr sz="1200" spc="3" dirty="0">
                <a:latin typeface="+mj-lt"/>
                <a:cs typeface="PT Sans"/>
              </a:rPr>
              <a:t> </a:t>
            </a:r>
            <a:r>
              <a:rPr sz="1200" spc="9" dirty="0">
                <a:latin typeface="+mj-lt"/>
                <a:cs typeface="PT Sans"/>
              </a:rPr>
              <a:t>B</a:t>
            </a:r>
            <a:r>
              <a:rPr sz="1200" spc="-21" dirty="0">
                <a:latin typeface="+mj-lt"/>
                <a:cs typeface="PT Sans"/>
              </a:rPr>
              <a:t>o</a:t>
            </a:r>
            <a:r>
              <a:rPr sz="1200" spc="6" dirty="0">
                <a:latin typeface="+mj-lt"/>
                <a:cs typeface="PT Sans"/>
              </a:rPr>
              <a:t>x</a:t>
            </a:r>
            <a:r>
              <a:rPr sz="1200" spc="-33" dirty="0">
                <a:latin typeface="+mj-lt"/>
                <a:cs typeface="PT Sans"/>
              </a:rPr>
              <a:t> </a:t>
            </a:r>
            <a:r>
              <a:rPr sz="1200" spc="6" dirty="0">
                <a:latin typeface="+mj-lt"/>
                <a:cs typeface="PT Sans"/>
              </a:rPr>
              <a:t>128831,</a:t>
            </a:r>
            <a:r>
              <a:rPr sz="1200" spc="-91" dirty="0">
                <a:latin typeface="+mj-lt"/>
                <a:cs typeface="PT Sans"/>
              </a:rPr>
              <a:t> </a:t>
            </a:r>
            <a:r>
              <a:rPr sz="1200" spc="6" dirty="0">
                <a:latin typeface="+mj-lt"/>
                <a:cs typeface="PT Sans"/>
              </a:rPr>
              <a:t>Dubai,</a:t>
            </a:r>
            <a:r>
              <a:rPr sz="1200" spc="-91" dirty="0">
                <a:latin typeface="+mj-lt"/>
                <a:cs typeface="PT Sans"/>
              </a:rPr>
              <a:t> </a:t>
            </a:r>
            <a:r>
              <a:rPr sz="1200" spc="6" dirty="0">
                <a:latin typeface="+mj-lt"/>
                <a:cs typeface="PT Sans"/>
              </a:rPr>
              <a:t>UAE  Ph:	+971-4-3961775</a:t>
            </a:r>
            <a:endParaRPr sz="1200" dirty="0">
              <a:latin typeface="+mj-lt"/>
              <a:cs typeface="PT Sans"/>
            </a:endParaRPr>
          </a:p>
        </p:txBody>
      </p:sp>
      <p:sp>
        <p:nvSpPr>
          <p:cNvPr id="10" name="object 10"/>
          <p:cNvSpPr/>
          <p:nvPr/>
        </p:nvSpPr>
        <p:spPr>
          <a:xfrm>
            <a:off x="4525374" y="4121815"/>
            <a:ext cx="0" cy="800349"/>
          </a:xfrm>
          <a:custGeom>
            <a:avLst/>
            <a:gdLst/>
            <a:ahLst/>
            <a:cxnLst/>
            <a:rect l="l" t="t" r="r" b="b"/>
            <a:pathLst>
              <a:path h="1319529">
                <a:moveTo>
                  <a:pt x="0" y="0"/>
                </a:moveTo>
                <a:lnTo>
                  <a:pt x="0" y="1319331"/>
                </a:lnTo>
              </a:path>
            </a:pathLst>
          </a:custGeom>
          <a:ln w="10470">
            <a:solidFill>
              <a:srgbClr val="000000"/>
            </a:solidFill>
          </a:ln>
        </p:spPr>
        <p:txBody>
          <a:bodyPr wrap="square" lIns="0" tIns="0" rIns="0" bIns="0" rtlCol="0"/>
          <a:lstStyle/>
          <a:p>
            <a:endParaRPr dirty="0">
              <a:latin typeface="+mj-lt"/>
            </a:endParaRPr>
          </a:p>
        </p:txBody>
      </p:sp>
      <p:sp>
        <p:nvSpPr>
          <p:cNvPr id="11" name="object 11"/>
          <p:cNvSpPr/>
          <p:nvPr/>
        </p:nvSpPr>
        <p:spPr>
          <a:xfrm>
            <a:off x="7439404" y="4121815"/>
            <a:ext cx="0" cy="800349"/>
          </a:xfrm>
          <a:custGeom>
            <a:avLst/>
            <a:gdLst/>
            <a:ahLst/>
            <a:cxnLst/>
            <a:rect l="l" t="t" r="r" b="b"/>
            <a:pathLst>
              <a:path h="1319529">
                <a:moveTo>
                  <a:pt x="0" y="0"/>
                </a:moveTo>
                <a:lnTo>
                  <a:pt x="0" y="1319331"/>
                </a:lnTo>
              </a:path>
            </a:pathLst>
          </a:custGeom>
          <a:ln w="10470">
            <a:solidFill>
              <a:srgbClr val="000000"/>
            </a:solidFill>
          </a:ln>
        </p:spPr>
        <p:txBody>
          <a:bodyPr wrap="square" lIns="0" tIns="0" rIns="0" bIns="0" rtlCol="0"/>
          <a:lstStyle/>
          <a:p>
            <a:endParaRPr dirty="0">
              <a:latin typeface="+mj-lt"/>
            </a:endParaRPr>
          </a:p>
        </p:txBody>
      </p:sp>
      <p:sp>
        <p:nvSpPr>
          <p:cNvPr id="12" name="object 12"/>
          <p:cNvSpPr/>
          <p:nvPr/>
        </p:nvSpPr>
        <p:spPr>
          <a:xfrm>
            <a:off x="317458" y="5773081"/>
            <a:ext cx="11555865" cy="0"/>
          </a:xfrm>
          <a:custGeom>
            <a:avLst/>
            <a:gdLst/>
            <a:ahLst/>
            <a:cxnLst/>
            <a:rect l="l" t="t" r="r" b="b"/>
            <a:pathLst>
              <a:path w="19057620">
                <a:moveTo>
                  <a:pt x="0" y="0"/>
                </a:moveTo>
                <a:lnTo>
                  <a:pt x="19057011" y="0"/>
                </a:lnTo>
              </a:path>
            </a:pathLst>
          </a:custGeom>
          <a:ln w="5235">
            <a:solidFill>
              <a:srgbClr val="000000"/>
            </a:solidFill>
          </a:ln>
        </p:spPr>
        <p:txBody>
          <a:bodyPr wrap="square" lIns="0" tIns="0" rIns="0" bIns="0" rtlCol="0"/>
          <a:lstStyle/>
          <a:p>
            <a:endParaRPr dirty="0"/>
          </a:p>
        </p:txBody>
      </p:sp>
      <p:sp>
        <p:nvSpPr>
          <p:cNvPr id="15" name="object 7"/>
          <p:cNvSpPr txBox="1"/>
          <p:nvPr/>
        </p:nvSpPr>
        <p:spPr>
          <a:xfrm>
            <a:off x="7529115" y="3921050"/>
            <a:ext cx="1332000" cy="194387"/>
          </a:xfrm>
          <a:prstGeom prst="rect">
            <a:avLst/>
          </a:prstGeom>
        </p:spPr>
        <p:txBody>
          <a:bodyPr vert="horz" wrap="square" lIns="0" tIns="9627" rIns="0" bIns="0" rtlCol="0">
            <a:spAutoFit/>
          </a:bodyPr>
          <a:lstStyle/>
          <a:p>
            <a:pPr marL="7620">
              <a:spcBef>
                <a:spcPts val="75"/>
              </a:spcBef>
            </a:pPr>
            <a:r>
              <a:rPr sz="1200" b="1" spc="3" dirty="0">
                <a:solidFill>
                  <a:srgbClr val="F57F20"/>
                </a:solidFill>
                <a:latin typeface="+mj-lt"/>
                <a:cs typeface="PT Sans"/>
              </a:rPr>
              <a:t>Overseas</a:t>
            </a:r>
            <a:r>
              <a:rPr sz="1200" b="1" spc="-15" dirty="0">
                <a:solidFill>
                  <a:srgbClr val="F57F20"/>
                </a:solidFill>
                <a:latin typeface="+mj-lt"/>
                <a:cs typeface="PT Sans"/>
              </a:rPr>
              <a:t> </a:t>
            </a:r>
            <a:r>
              <a:rPr sz="1200" b="1" spc="3" dirty="0">
                <a:solidFill>
                  <a:srgbClr val="F57F20"/>
                </a:solidFill>
                <a:latin typeface="+mj-lt"/>
                <a:cs typeface="PT Sans"/>
              </a:rPr>
              <a:t>Locations</a:t>
            </a:r>
            <a:endParaRPr sz="1200" dirty="0">
              <a:latin typeface="+mj-lt"/>
              <a:cs typeface="PT Sans"/>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253</TotalTime>
  <Words>1516</Words>
  <Application>Microsoft Office PowerPoint</Application>
  <PresentationFormat>Custom</PresentationFormat>
  <Paragraphs>202</Paragraphs>
  <Slides>12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Arial</vt:lpstr>
      <vt:lpstr>Calibri</vt:lpstr>
      <vt:lpstr>Open Sans</vt:lpstr>
      <vt:lpstr>PT Sans</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platform based Lending Software System</dc:title>
  <dc:creator>Kamal Kumar R</dc:creator>
  <cp:lastModifiedBy>karanamvasanthanaidu@gmail.com</cp:lastModifiedBy>
  <cp:revision>635</cp:revision>
  <dcterms:created xsi:type="dcterms:W3CDTF">2022-01-11T11:03:00Z</dcterms:created>
  <dcterms:modified xsi:type="dcterms:W3CDTF">2023-07-14T05:26:52Z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2022-01-11T05:30:00Z</vt:filetime>
  </property>
  <property fmtid="{D5CDD505-2E9C-101B-9397-08002B2CF9AE}" pid="3" name="Creator">
    <vt:lpwstr>Adobe InDesign 17.0 (Windows)</vt:lpwstr>
  </property>
  <property fmtid="{D5CDD505-2E9C-101B-9397-08002B2CF9AE}" pid="4" name="LastSaved">
    <vt:filetime>2022-01-11T05:30:00Z</vt:filetime>
  </property>
  <property fmtid="{D5CDD505-2E9C-101B-9397-08002B2CF9AE}" pid="5" name="ICV">
    <vt:lpwstr>BB0A4ACD8A294C56A995CDC8BD7DC9A5</vt:lpwstr>
  </property>
  <property fmtid="{D5CDD505-2E9C-101B-9397-08002B2CF9AE}" pid="6" name="KSOProductBuildVer">
    <vt:lpwstr>1033-11.2.0.11537</vt:lpwstr>
  </property>
</Properties>
</file>